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f76911957d4f3a" /><Relationship Type="http://schemas.openxmlformats.org/officeDocument/2006/relationships/extended-properties" Target="/docProps/app.xml" Id="R001146d043da4659" /><Relationship Type="http://schemas.openxmlformats.org/officeDocument/2006/relationships/officeDocument" Target="/ppt/presentation.xml" Id="R835fb62e7f9348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befffa1f834d7d"/>
  </p:sldMasterIdLst>
  <p:notesMasterIdLst>
    <p:notesMasterId xmlns:r="http://schemas.openxmlformats.org/officeDocument/2006/relationships" r:id="R12d60cc1f355411d"/>
  </p:notesMasterIdLst>
  <p:sldIdLst>
    <p:sldId xmlns:r="http://schemas.openxmlformats.org/officeDocument/2006/relationships" id="256" r:id="Rccdc5b32ef9e464d"/>
    <p:sldId xmlns:r="http://schemas.openxmlformats.org/officeDocument/2006/relationships" id="257" r:id="Rbaf12cb79c5d4d64"/>
    <p:sldId xmlns:r="http://schemas.openxmlformats.org/officeDocument/2006/relationships" id="258" r:id="Rd2887ee60c8d4966"/>
    <p:sldId xmlns:r="http://schemas.openxmlformats.org/officeDocument/2006/relationships" id="259" r:id="R633037661c9a4b3d"/>
    <p:sldId xmlns:r="http://schemas.openxmlformats.org/officeDocument/2006/relationships" id="260" r:id="R3ba1a640c2a4493e"/>
    <p:sldId xmlns:r="http://schemas.openxmlformats.org/officeDocument/2006/relationships" id="261" r:id="R83fba42689b94c91"/>
    <p:sldId xmlns:r="http://schemas.openxmlformats.org/officeDocument/2006/relationships" id="262" r:id="R40feae4fd6e34609"/>
    <p:sldId xmlns:r="http://schemas.openxmlformats.org/officeDocument/2006/relationships" id="263" r:id="R69b123053b00413a"/>
    <p:sldId xmlns:r="http://schemas.openxmlformats.org/officeDocument/2006/relationships" id="264" r:id="R0d79f70da9634797"/>
    <p:sldId xmlns:r="http://schemas.openxmlformats.org/officeDocument/2006/relationships" id="265" r:id="Rc61c6a71ae944df7"/>
    <p:sldId xmlns:r="http://schemas.openxmlformats.org/officeDocument/2006/relationships" id="266" r:id="Reee4d146e21f4538"/>
    <p:sldId xmlns:r="http://schemas.openxmlformats.org/officeDocument/2006/relationships" id="267" r:id="Rd0253a09dbc64b11"/>
    <p:sldId xmlns:r="http://schemas.openxmlformats.org/officeDocument/2006/relationships" id="268" r:id="Rf50c0479da3a4d09"/>
    <p:sldId xmlns:r="http://schemas.openxmlformats.org/officeDocument/2006/relationships" id="269" r:id="R21942fed7faf43ba"/>
    <p:sldId xmlns:r="http://schemas.openxmlformats.org/officeDocument/2006/relationships" id="270" r:id="R74d63c7e5aa6418b"/>
    <p:sldId xmlns:r="http://schemas.openxmlformats.org/officeDocument/2006/relationships" id="271" r:id="Rfe4ea80cb5d440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4743b1603f41ed" /><Relationship Type="http://schemas.openxmlformats.org/officeDocument/2006/relationships/slideMaster" Target="/ppt/slideMasters/slideMaster1.xml" Id="Rf3befffa1f834d7d" /><Relationship Type="http://schemas.openxmlformats.org/officeDocument/2006/relationships/notesMaster" Target="/ppt/notesMasters/notesMaster1.xml" Id="R12d60cc1f355411d" /><Relationship Type="http://schemas.openxmlformats.org/officeDocument/2006/relationships/presProps" Target="/ppt/presProps.xml" Id="R10a3e89c79554133" /><Relationship Type="http://schemas.openxmlformats.org/officeDocument/2006/relationships/viewProps" Target="/ppt/viewProps.xml" Id="Rdfd97192c86b4600" /><Relationship Type="http://schemas.openxmlformats.org/officeDocument/2006/relationships/tableStyles" Target="/ppt/tableStyles.xml" Id="Ra83946d0585e4df4" /><Relationship Type="http://schemas.openxmlformats.org/officeDocument/2006/relationships/slide" Target="/ppt/slides/slide1.xml" Id="Rccdc5b32ef9e464d" /><Relationship Type="http://schemas.openxmlformats.org/officeDocument/2006/relationships/slide" Target="/ppt/slides/slide2.xml" Id="Rbaf12cb79c5d4d64" /><Relationship Type="http://schemas.openxmlformats.org/officeDocument/2006/relationships/slide" Target="/ppt/slides/slide3.xml" Id="Rd2887ee60c8d4966" /><Relationship Type="http://schemas.openxmlformats.org/officeDocument/2006/relationships/slide" Target="/ppt/slides/slide4.xml" Id="R633037661c9a4b3d" /><Relationship Type="http://schemas.openxmlformats.org/officeDocument/2006/relationships/slide" Target="/ppt/slides/slide5.xml" Id="R3ba1a640c2a4493e" /><Relationship Type="http://schemas.openxmlformats.org/officeDocument/2006/relationships/slide" Target="/ppt/slides/slide6.xml" Id="R83fba42689b94c91" /><Relationship Type="http://schemas.openxmlformats.org/officeDocument/2006/relationships/slide" Target="/ppt/slides/slide7.xml" Id="R40feae4fd6e34609" /><Relationship Type="http://schemas.openxmlformats.org/officeDocument/2006/relationships/slide" Target="/ppt/slides/slide8.xml" Id="R69b123053b00413a" /><Relationship Type="http://schemas.openxmlformats.org/officeDocument/2006/relationships/slide" Target="/ppt/slides/slide9.xml" Id="R0d79f70da9634797" /><Relationship Type="http://schemas.openxmlformats.org/officeDocument/2006/relationships/slide" Target="/ppt/slides/slide10.xml" Id="Rc61c6a71ae944df7" /><Relationship Type="http://schemas.openxmlformats.org/officeDocument/2006/relationships/slide" Target="/ppt/slides/slide11.xml" Id="Reee4d146e21f4538" /><Relationship Type="http://schemas.openxmlformats.org/officeDocument/2006/relationships/slide" Target="/ppt/slides/slide12.xml" Id="Rd0253a09dbc64b11" /><Relationship Type="http://schemas.openxmlformats.org/officeDocument/2006/relationships/slide" Target="/ppt/slides/slide13.xml" Id="Rf50c0479da3a4d09" /><Relationship Type="http://schemas.openxmlformats.org/officeDocument/2006/relationships/slide" Target="/ppt/slides/slide14.xml" Id="R21942fed7faf43ba" /><Relationship Type="http://schemas.openxmlformats.org/officeDocument/2006/relationships/slide" Target="/ppt/slides/slide15.xml" Id="R74d63c7e5aa6418b" /><Relationship Type="http://schemas.openxmlformats.org/officeDocument/2006/relationships/slide" Target="/ppt/slides/slide16.xml" Id="Rfe4ea80cb5d4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790cf134c646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f93941e6034e46" /><Relationship Type="http://schemas.openxmlformats.org/officeDocument/2006/relationships/notesMaster" Target="/ppt/notesMasters/notesMaster1.xml" Id="R59569650065946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63a95bf3b04f58" /><Relationship Type="http://schemas.openxmlformats.org/officeDocument/2006/relationships/notesMaster" Target="/ppt/notesMasters/notesMaster1.xml" Id="Re953bbb4ca094c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e419478be84c2d" /><Relationship Type="http://schemas.openxmlformats.org/officeDocument/2006/relationships/notesMaster" Target="/ppt/notesMasters/notesMaster1.xml" Id="R84f04349f7b64c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855b9a14d24a6c" /><Relationship Type="http://schemas.openxmlformats.org/officeDocument/2006/relationships/notesMaster" Target="/ppt/notesMasters/notesMaster1.xml" Id="R57466b485e1347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37891447984841" /><Relationship Type="http://schemas.openxmlformats.org/officeDocument/2006/relationships/notesMaster" Target="/ppt/notesMasters/notesMaster1.xml" Id="R4302fbcf4c6447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d671c04d34486e" /><Relationship Type="http://schemas.openxmlformats.org/officeDocument/2006/relationships/notesMaster" Target="/ppt/notesMasters/notesMaster1.xml" Id="R2b9f2f0f96c144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d95dc5ce64463" /><Relationship Type="http://schemas.openxmlformats.org/officeDocument/2006/relationships/notesMaster" Target="/ppt/notesMasters/notesMaster1.xml" Id="Rcefd9795cbb54a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8d18ea045b4441" /><Relationship Type="http://schemas.openxmlformats.org/officeDocument/2006/relationships/notesMaster" Target="/ppt/notesMasters/notesMaster1.xml" Id="R288f41b4bc1a4a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8375d709e8464e" /><Relationship Type="http://schemas.openxmlformats.org/officeDocument/2006/relationships/notesMaster" Target="/ppt/notesMasters/notesMaster1.xml" Id="R6747e0711d9940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c0de7bd07443de" /><Relationship Type="http://schemas.openxmlformats.org/officeDocument/2006/relationships/notesMaster" Target="/ppt/notesMasters/notesMaster1.xml" Id="R4589a5b0d78e4c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72d00c0b0e407a" /><Relationship Type="http://schemas.openxmlformats.org/officeDocument/2006/relationships/notesMaster" Target="/ppt/notesMasters/notesMaster1.xml" Id="Rf8036acbf83143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068ee6f22c4f24" /><Relationship Type="http://schemas.openxmlformats.org/officeDocument/2006/relationships/notesMaster" Target="/ppt/notesMasters/notesMaster1.xml" Id="R88c1aa13e6ac43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6f87a708a74abf" /><Relationship Type="http://schemas.openxmlformats.org/officeDocument/2006/relationships/notesMaster" Target="/ppt/notesMasters/notesMaster1.xml" Id="R9c233de94def4e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207c1f25c24dd8" /><Relationship Type="http://schemas.openxmlformats.org/officeDocument/2006/relationships/notesMaster" Target="/ppt/notesMasters/notesMaster1.xml" Id="Re28ff45cdf5547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017b389f83487f" /><Relationship Type="http://schemas.openxmlformats.org/officeDocument/2006/relationships/notesMaster" Target="/ppt/notesMasters/notesMaster1.xml" Id="Ra47fd94f6d1b44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2e0794d09d4b92" /><Relationship Type="http://schemas.openxmlformats.org/officeDocument/2006/relationships/notesMaster" Target="/ppt/notesMasters/notesMaster1.xml" Id="R1aff549d9574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9a0d7f47742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e9d40bd52e447a" /><Relationship Type="http://schemas.openxmlformats.org/officeDocument/2006/relationships/slideLayout" Target="/ppt/slideLayouts/slideLayout1.xml" Id="R714cbd582b14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cbd582b144a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0952d7c4e43b1" /><Relationship Type="http://schemas.openxmlformats.org/officeDocument/2006/relationships/image" Target="/ppt/media/image.png" Id="Rff8bcaa57d5f482e" /><Relationship Type="http://schemas.openxmlformats.org/officeDocument/2006/relationships/image" Target="/ppt/media/image2.png" Id="Rbd66d4e7dece4705" /><Relationship Type="http://schemas.openxmlformats.org/officeDocument/2006/relationships/image" Target="/ppt/media/image3.png" Id="R5d00ccdef84f4721" /><Relationship Type="http://schemas.openxmlformats.org/officeDocument/2006/relationships/image" Target="/ppt/media/image.svg" Id="R0ae91b16a877486f" /><Relationship Type="http://schemas.openxmlformats.org/officeDocument/2006/relationships/image" Target="/ppt/media/image4.png" Id="Ra0db1a9ca7d349da" /><Relationship Type="http://schemas.openxmlformats.org/officeDocument/2006/relationships/image" Target="/ppt/media/image2.svg" Id="Ra78cafc3874141d7" /><Relationship Type="http://schemas.openxmlformats.org/officeDocument/2006/relationships/image" Target="/ppt/media/image5.png" Id="Re99e82319019415f" /><Relationship Type="http://schemas.openxmlformats.org/officeDocument/2006/relationships/image" Target="/ppt/media/image3.svg" Id="R2f8b44e10d104697" /><Relationship Type="http://schemas.openxmlformats.org/officeDocument/2006/relationships/image" Target="/ppt/media/image6.png" Id="Re912493b02ea443c" /><Relationship Type="http://schemas.openxmlformats.org/officeDocument/2006/relationships/image" Target="/ppt/media/image4.svg" Id="Rd59a05be06714728" /><Relationship Type="http://schemas.openxmlformats.org/officeDocument/2006/relationships/image" Target="/ppt/media/image7.png" Id="R008df9a1e13e49d3" /><Relationship Type="http://schemas.openxmlformats.org/officeDocument/2006/relationships/image" Target="/ppt/media/image5.svg" Id="Rd02f6417f1e546f1" /><Relationship Type="http://schemas.openxmlformats.org/officeDocument/2006/relationships/image" Target="/ppt/media/image8.png" Id="Rddb713b76cab41b6" /><Relationship Type="http://schemas.openxmlformats.org/officeDocument/2006/relationships/image" Target="/ppt/media/image6.svg" Id="R33f52c1ecbca4bac" /><Relationship Type="http://schemas.openxmlformats.org/officeDocument/2006/relationships/image" Target="/ppt/media/image9.png" Id="Rbbe72e9a735f47b4" /><Relationship Type="http://schemas.openxmlformats.org/officeDocument/2006/relationships/image" Target="/ppt/media/image7.svg" Id="R0259b77b855346ad" /><Relationship Type="http://schemas.openxmlformats.org/officeDocument/2006/relationships/image" Target="/ppt/media/image10.png" Id="Rf7660bdf3bfd49d7" /><Relationship Type="http://schemas.openxmlformats.org/officeDocument/2006/relationships/image" Target="/ppt/media/image8.svg" Id="R76ecd15161bd4e12" /><Relationship Type="http://schemas.openxmlformats.org/officeDocument/2006/relationships/image" Target="/ppt/media/image11.png" Id="R6c645c908709449d" /><Relationship Type="http://schemas.openxmlformats.org/officeDocument/2006/relationships/image" Target="/ppt/media/image9.svg" Id="R9fe256bc29c94df4" /><Relationship Type="http://schemas.openxmlformats.org/officeDocument/2006/relationships/image" Target="/ppt/media/image12.png" Id="Rac426508ca8f4817" /><Relationship Type="http://schemas.openxmlformats.org/officeDocument/2006/relationships/image" Target="/ppt/media/image10.svg" Id="R58cc12b2d7594f49" /><Relationship Type="http://schemas.openxmlformats.org/officeDocument/2006/relationships/image" Target="/ppt/media/image13.png" Id="R6441e536f6824f10" /><Relationship Type="http://schemas.openxmlformats.org/officeDocument/2006/relationships/image" Target="/ppt/media/image11.svg" Id="Rd98669cd73034bc0" /><Relationship Type="http://schemas.openxmlformats.org/officeDocument/2006/relationships/image" Target="/ppt/media/image14.png" Id="R241668a1b2a04db9" /><Relationship Type="http://schemas.openxmlformats.org/officeDocument/2006/relationships/image" Target="/ppt/media/image12.svg" Id="R1b03f9941df64248" /><Relationship Type="http://schemas.openxmlformats.org/officeDocument/2006/relationships/image" Target="/ppt/media/image15.png" Id="R866451af0cca4fa0" /><Relationship Type="http://schemas.openxmlformats.org/officeDocument/2006/relationships/image" Target="/ppt/media/image13.svg" Id="R157505623bec4fdf" /><Relationship Type="http://schemas.openxmlformats.org/officeDocument/2006/relationships/image" Target="/ppt/media/image16.png" Id="Red1d5302714b4664" /><Relationship Type="http://schemas.openxmlformats.org/officeDocument/2006/relationships/image" Target="/ppt/media/image14.svg" Id="R4516e27c76194a74" /><Relationship Type="http://schemas.openxmlformats.org/officeDocument/2006/relationships/image" Target="/ppt/media/image17.png" Id="R89e53b8b83ca4bfc" /><Relationship Type="http://schemas.openxmlformats.org/officeDocument/2006/relationships/image" Target="/ppt/media/image15.svg" Id="Rc47c927e491e43b1" /><Relationship Type="http://schemas.openxmlformats.org/officeDocument/2006/relationships/image" Target="/ppt/media/image18.png" Id="R0ec4e0ee7b0d4bbc" /><Relationship Type="http://schemas.openxmlformats.org/officeDocument/2006/relationships/image" Target="/ppt/media/image16.svg" Id="R30f7518062ee4e24" /><Relationship Type="http://schemas.openxmlformats.org/officeDocument/2006/relationships/image" Target="/ppt/media/image19.png" Id="R6882455c6aaa461f" /><Relationship Type="http://schemas.openxmlformats.org/officeDocument/2006/relationships/image" Target="/ppt/media/image17.svg" Id="R0da14aede57c415c" /><Relationship Type="http://schemas.openxmlformats.org/officeDocument/2006/relationships/image" Target="/ppt/media/image20.png" Id="R2f20711b0c1d4f6d" /><Relationship Type="http://schemas.openxmlformats.org/officeDocument/2006/relationships/image" Target="/ppt/media/image18.svg" Id="R0ec46c622e484cde" /><Relationship Type="http://schemas.openxmlformats.org/officeDocument/2006/relationships/image" Target="/ppt/media/image21.png" Id="R84af5b2865b94a38" /><Relationship Type="http://schemas.openxmlformats.org/officeDocument/2006/relationships/image" Target="/ppt/media/image19.svg" Id="Rd27b4b53ee0448fe" /><Relationship Type="http://schemas.openxmlformats.org/officeDocument/2006/relationships/notesSlide" Target="/ppt/notesSlides/notesSlide1.xml" Id="R5cdcb2f7f86c4a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1927cccb8465b" /><Relationship Type="http://schemas.openxmlformats.org/officeDocument/2006/relationships/image" Target="/ppt/media/image22.png" Id="R199771680185476f" /><Relationship Type="http://schemas.openxmlformats.org/officeDocument/2006/relationships/image" Target="/ppt/media/image23.png" Id="R0e3ff5550a4e46ec" /><Relationship Type="http://schemas.openxmlformats.org/officeDocument/2006/relationships/image" Target="/ppt/media/image24.png" Id="Rf0bd2e8401324489" /><Relationship Type="http://schemas.openxmlformats.org/officeDocument/2006/relationships/image" Target="/ppt/media/image20.svg" Id="R52d77e3719084cf5" /><Relationship Type="http://schemas.openxmlformats.org/officeDocument/2006/relationships/image" Target="/ppt/media/image25.png" Id="R7f8ab1e426aa4615" /><Relationship Type="http://schemas.openxmlformats.org/officeDocument/2006/relationships/image" Target="/ppt/media/image21.svg" Id="Rd7919d31f16148ab" /><Relationship Type="http://schemas.openxmlformats.org/officeDocument/2006/relationships/image" Target="/ppt/media/image26.png" Id="R4457e01541e84210" /><Relationship Type="http://schemas.openxmlformats.org/officeDocument/2006/relationships/image" Target="/ppt/media/image22.svg" Id="R202d77951d064420" /><Relationship Type="http://schemas.openxmlformats.org/officeDocument/2006/relationships/image" Target="/ppt/media/image27.png" Id="R6aabd74314834c84" /><Relationship Type="http://schemas.openxmlformats.org/officeDocument/2006/relationships/image" Target="/ppt/media/image23.svg" Id="R39c437c0ec6348f6" /><Relationship Type="http://schemas.openxmlformats.org/officeDocument/2006/relationships/image" Target="/ppt/media/image28.png" Id="R73596c7f2bdc45d8" /><Relationship Type="http://schemas.openxmlformats.org/officeDocument/2006/relationships/image" Target="/ppt/media/image24.svg" Id="R359ef437cd184f5f" /><Relationship Type="http://schemas.openxmlformats.org/officeDocument/2006/relationships/image" Target="/ppt/media/image29.png" Id="Re7bdedf68e564871" /><Relationship Type="http://schemas.openxmlformats.org/officeDocument/2006/relationships/image" Target="/ppt/media/image25.svg" Id="R1e9b68322dbb4735" /><Relationship Type="http://schemas.openxmlformats.org/officeDocument/2006/relationships/image" Target="/ppt/media/image30.png" Id="R171dd5218d6c4431" /><Relationship Type="http://schemas.openxmlformats.org/officeDocument/2006/relationships/image" Target="/ppt/media/image26.svg" Id="Rc4dcb478c8d8430e" /><Relationship Type="http://schemas.openxmlformats.org/officeDocument/2006/relationships/image" Target="/ppt/media/image31.png" Id="Rff1b4d15274748d4" /><Relationship Type="http://schemas.openxmlformats.org/officeDocument/2006/relationships/image" Target="/ppt/media/image27.svg" Id="Rf9b9eec6fe794b32" /><Relationship Type="http://schemas.openxmlformats.org/officeDocument/2006/relationships/image" Target="/ppt/media/image32.png" Id="Ra31bdc614ab943f3" /><Relationship Type="http://schemas.openxmlformats.org/officeDocument/2006/relationships/image" Target="/ppt/media/image28.svg" Id="R653956e4485a4f5d" /><Relationship Type="http://schemas.openxmlformats.org/officeDocument/2006/relationships/image" Target="/ppt/media/image33.png" Id="R2e458e31100a4329" /><Relationship Type="http://schemas.openxmlformats.org/officeDocument/2006/relationships/image" Target="/ppt/media/image29.svg" Id="R0b7816cc3aba4e69" /><Relationship Type="http://schemas.openxmlformats.org/officeDocument/2006/relationships/image" Target="/ppt/media/image34.png" Id="R7127c29201174a23" /><Relationship Type="http://schemas.openxmlformats.org/officeDocument/2006/relationships/image" Target="/ppt/media/image30.svg" Id="R4419d64657eb41d3" /><Relationship Type="http://schemas.openxmlformats.org/officeDocument/2006/relationships/image" Target="/ppt/media/image35.png" Id="R27d7f2a89b78457a" /><Relationship Type="http://schemas.openxmlformats.org/officeDocument/2006/relationships/image" Target="/ppt/media/image31.svg" Id="R20b8f2a6e3964948" /><Relationship Type="http://schemas.openxmlformats.org/officeDocument/2006/relationships/image" Target="/ppt/media/image36.png" Id="Rc209dd01f0034861" /><Relationship Type="http://schemas.openxmlformats.org/officeDocument/2006/relationships/image" Target="/ppt/media/image32.svg" Id="R6b984ad1d7cc4584" /><Relationship Type="http://schemas.openxmlformats.org/officeDocument/2006/relationships/image" Target="/ppt/media/image37.png" Id="Rd6cf9aa3996f4089" /><Relationship Type="http://schemas.openxmlformats.org/officeDocument/2006/relationships/image" Target="/ppt/media/image33.svg" Id="Rcf3c88f7c5c44deb" /><Relationship Type="http://schemas.openxmlformats.org/officeDocument/2006/relationships/image" Target="/ppt/media/image38.png" Id="Re564bea92ba24666" /><Relationship Type="http://schemas.openxmlformats.org/officeDocument/2006/relationships/image" Target="/ppt/media/image34.svg" Id="R0bf1949d9eac4fa0" /><Relationship Type="http://schemas.openxmlformats.org/officeDocument/2006/relationships/image" Target="/ppt/media/image39.png" Id="R8383020e92064525" /><Relationship Type="http://schemas.openxmlformats.org/officeDocument/2006/relationships/image" Target="/ppt/media/image35.svg" Id="R9c66462f67c24e38" /><Relationship Type="http://schemas.openxmlformats.org/officeDocument/2006/relationships/image" Target="/ppt/media/image40.png" Id="R3edc29dfa7734750" /><Relationship Type="http://schemas.openxmlformats.org/officeDocument/2006/relationships/image" Target="/ppt/media/image36.svg" Id="Rbe3e4eeeaa4a47bc" /><Relationship Type="http://schemas.openxmlformats.org/officeDocument/2006/relationships/image" Target="/ppt/media/image41.png" Id="R3ed7b65f6fc24578" /><Relationship Type="http://schemas.openxmlformats.org/officeDocument/2006/relationships/image" Target="/ppt/media/image37.svg" Id="R36ffc7e9ccf340e7" /><Relationship Type="http://schemas.openxmlformats.org/officeDocument/2006/relationships/image" Target="/ppt/media/image42.png" Id="R275e02b748c64e2b" /><Relationship Type="http://schemas.openxmlformats.org/officeDocument/2006/relationships/image" Target="/ppt/media/image38.svg" Id="R6c5888daea204d1b" /><Relationship Type="http://schemas.openxmlformats.org/officeDocument/2006/relationships/notesSlide" Target="/ppt/notesSlides/notesSlide2.xml" Id="Rb07b4c948a8841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c160311324cc0" /><Relationship Type="http://schemas.openxmlformats.org/officeDocument/2006/relationships/image" Target="/ppt/media/image43.png" Id="Rbe921c9c585b4330" /><Relationship Type="http://schemas.openxmlformats.org/officeDocument/2006/relationships/image" Target="/ppt/media/image44.png" Id="R2d261e8506554792" /><Relationship Type="http://schemas.openxmlformats.org/officeDocument/2006/relationships/image" Target="/ppt/media/image45.png" Id="R80d02e897409415f" /><Relationship Type="http://schemas.openxmlformats.org/officeDocument/2006/relationships/image" Target="/ppt/media/image39.svg" Id="Rb0df2a74c8764e67" /><Relationship Type="http://schemas.openxmlformats.org/officeDocument/2006/relationships/image" Target="/ppt/media/image46.png" Id="R46c251d7098c41d4" /><Relationship Type="http://schemas.openxmlformats.org/officeDocument/2006/relationships/image" Target="/ppt/media/image40.svg" Id="Rde5cd31eb1fd4c50" /><Relationship Type="http://schemas.openxmlformats.org/officeDocument/2006/relationships/image" Target="/ppt/media/image47.png" Id="R70c65694c4344f5f" /><Relationship Type="http://schemas.openxmlformats.org/officeDocument/2006/relationships/image" Target="/ppt/media/image41.svg" Id="R5f67a69250ba4ebe" /><Relationship Type="http://schemas.openxmlformats.org/officeDocument/2006/relationships/image" Target="/ppt/media/image48.png" Id="R4c6eccbb9c824d85" /><Relationship Type="http://schemas.openxmlformats.org/officeDocument/2006/relationships/image" Target="/ppt/media/image42.svg" Id="Rd3c0653c788841f5" /><Relationship Type="http://schemas.openxmlformats.org/officeDocument/2006/relationships/image" Target="/ppt/media/image49.png" Id="R410d43bf7ccf4241" /><Relationship Type="http://schemas.openxmlformats.org/officeDocument/2006/relationships/image" Target="/ppt/media/image43.svg" Id="R9c37e30728fd47e2" /><Relationship Type="http://schemas.openxmlformats.org/officeDocument/2006/relationships/image" Target="/ppt/media/image50.png" Id="R983eb927b1884c72" /><Relationship Type="http://schemas.openxmlformats.org/officeDocument/2006/relationships/image" Target="/ppt/media/image44.svg" Id="Rf14f761f29e34047" /><Relationship Type="http://schemas.openxmlformats.org/officeDocument/2006/relationships/image" Target="/ppt/media/image51.png" Id="R118e003c921649bb" /><Relationship Type="http://schemas.openxmlformats.org/officeDocument/2006/relationships/image" Target="/ppt/media/image45.svg" Id="Rc4e5ee0609dd427f" /><Relationship Type="http://schemas.openxmlformats.org/officeDocument/2006/relationships/image" Target="/ppt/media/image52.png" Id="Rfd51615f106b4487" /><Relationship Type="http://schemas.openxmlformats.org/officeDocument/2006/relationships/image" Target="/ppt/media/image46.svg" Id="Rc2dfd1f6d84b4709" /><Relationship Type="http://schemas.openxmlformats.org/officeDocument/2006/relationships/image" Target="/ppt/media/image53.png" Id="R8d57ec9719a84bdb" /><Relationship Type="http://schemas.openxmlformats.org/officeDocument/2006/relationships/image" Target="/ppt/media/image47.svg" Id="Rac6625d19437489e" /><Relationship Type="http://schemas.openxmlformats.org/officeDocument/2006/relationships/image" Target="/ppt/media/image54.png" Id="Rc670f08988274cf4" /><Relationship Type="http://schemas.openxmlformats.org/officeDocument/2006/relationships/image" Target="/ppt/media/image48.svg" Id="R4437599b3a254481" /><Relationship Type="http://schemas.openxmlformats.org/officeDocument/2006/relationships/image" Target="/ppt/media/image55.png" Id="Rde8c5bda4cd647ed" /><Relationship Type="http://schemas.openxmlformats.org/officeDocument/2006/relationships/image" Target="/ppt/media/image49.svg" Id="R95997b400a7a4b3a" /><Relationship Type="http://schemas.openxmlformats.org/officeDocument/2006/relationships/image" Target="/ppt/media/image56.png" Id="R8966d26e06604eff" /><Relationship Type="http://schemas.openxmlformats.org/officeDocument/2006/relationships/image" Target="/ppt/media/image50.svg" Id="R49a7a346b4054017" /><Relationship Type="http://schemas.openxmlformats.org/officeDocument/2006/relationships/image" Target="/ppt/media/image57.png" Id="R18646157236f4d34" /><Relationship Type="http://schemas.openxmlformats.org/officeDocument/2006/relationships/image" Target="/ppt/media/image51.svg" Id="Reebd690f813046af" /><Relationship Type="http://schemas.openxmlformats.org/officeDocument/2006/relationships/image" Target="/ppt/media/image58.png" Id="R7e4f6fe24c824ff6" /><Relationship Type="http://schemas.openxmlformats.org/officeDocument/2006/relationships/image" Target="/ppt/media/image52.svg" Id="R266266a3c6c24767" /><Relationship Type="http://schemas.openxmlformats.org/officeDocument/2006/relationships/image" Target="/ppt/media/image59.png" Id="R8c3c0560267b4f13" /><Relationship Type="http://schemas.openxmlformats.org/officeDocument/2006/relationships/image" Target="/ppt/media/image53.svg" Id="R822b020badb1457f" /><Relationship Type="http://schemas.openxmlformats.org/officeDocument/2006/relationships/image" Target="/ppt/media/image60.png" Id="R0ea8020800a442f2" /><Relationship Type="http://schemas.openxmlformats.org/officeDocument/2006/relationships/image" Target="/ppt/media/image54.svg" Id="R39712f8692a44c3c" /><Relationship Type="http://schemas.openxmlformats.org/officeDocument/2006/relationships/image" Target="/ppt/media/image61.png" Id="Re0f6e9e0cc554e0b" /><Relationship Type="http://schemas.openxmlformats.org/officeDocument/2006/relationships/image" Target="/ppt/media/image55.svg" Id="R5aeec3938c654f64" /><Relationship Type="http://schemas.openxmlformats.org/officeDocument/2006/relationships/image" Target="/ppt/media/image62.png" Id="Raf5f2b881c344f28" /><Relationship Type="http://schemas.openxmlformats.org/officeDocument/2006/relationships/image" Target="/ppt/media/image56.svg" Id="R2b7c659fc2874cd1" /><Relationship Type="http://schemas.openxmlformats.org/officeDocument/2006/relationships/image" Target="/ppt/media/image63.png" Id="R304fe9c7fb6a404a" /><Relationship Type="http://schemas.openxmlformats.org/officeDocument/2006/relationships/image" Target="/ppt/media/image57.svg" Id="Rdd4d1ddd9afb4f15" /><Relationship Type="http://schemas.openxmlformats.org/officeDocument/2006/relationships/notesSlide" Target="/ppt/notesSlides/notesSlide3.xml" Id="R69e1cd76ee5048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96f5088b044a5" /><Relationship Type="http://schemas.openxmlformats.org/officeDocument/2006/relationships/image" Target="/ppt/media/image64.png" Id="R1c0af951ee5d4ba9" /><Relationship Type="http://schemas.openxmlformats.org/officeDocument/2006/relationships/image" Target="/ppt/media/image65.png" Id="R269c4229567844ad" /><Relationship Type="http://schemas.openxmlformats.org/officeDocument/2006/relationships/image" Target="/ppt/media/image66.png" Id="R03c811ea99974bf7" /><Relationship Type="http://schemas.openxmlformats.org/officeDocument/2006/relationships/image" Target="/ppt/media/image58.svg" Id="R5ab36eab9e0e4e6d" /><Relationship Type="http://schemas.openxmlformats.org/officeDocument/2006/relationships/image" Target="/ppt/media/image67.png" Id="R9679d6d894f24ac9" /><Relationship Type="http://schemas.openxmlformats.org/officeDocument/2006/relationships/image" Target="/ppt/media/image59.svg" Id="R3d9d34945477423a" /><Relationship Type="http://schemas.openxmlformats.org/officeDocument/2006/relationships/image" Target="/ppt/media/image68.png" Id="Rb276ef155ff24e2e" /><Relationship Type="http://schemas.openxmlformats.org/officeDocument/2006/relationships/image" Target="/ppt/media/image60.svg" Id="R76cb520075554e93" /><Relationship Type="http://schemas.openxmlformats.org/officeDocument/2006/relationships/image" Target="/ppt/media/image69.png" Id="Rd5c8ef89329e4fea" /><Relationship Type="http://schemas.openxmlformats.org/officeDocument/2006/relationships/image" Target="/ppt/media/image61.svg" Id="Rd46988b845fa455c" /><Relationship Type="http://schemas.openxmlformats.org/officeDocument/2006/relationships/image" Target="/ppt/media/image70.png" Id="R71391504a3974206" /><Relationship Type="http://schemas.openxmlformats.org/officeDocument/2006/relationships/image" Target="/ppt/media/image62.svg" Id="R60f209f2d4964285" /><Relationship Type="http://schemas.openxmlformats.org/officeDocument/2006/relationships/image" Target="/ppt/media/image71.png" Id="R2793155cb6504535" /><Relationship Type="http://schemas.openxmlformats.org/officeDocument/2006/relationships/image" Target="/ppt/media/image63.svg" Id="Rffe85ba7fea046c1" /><Relationship Type="http://schemas.openxmlformats.org/officeDocument/2006/relationships/image" Target="/ppt/media/image72.png" Id="R803cdfa3e8a0482f" /><Relationship Type="http://schemas.openxmlformats.org/officeDocument/2006/relationships/image" Target="/ppt/media/image64.svg" Id="R501a3ca5ac0f458f" /><Relationship Type="http://schemas.openxmlformats.org/officeDocument/2006/relationships/image" Target="/ppt/media/image73.png" Id="R7cfc4cd607ac4be6" /><Relationship Type="http://schemas.openxmlformats.org/officeDocument/2006/relationships/image" Target="/ppt/media/image65.svg" Id="Rf75c0233a9834d76" /><Relationship Type="http://schemas.openxmlformats.org/officeDocument/2006/relationships/image" Target="/ppt/media/image74.png" Id="Re7d4ada7767f4af4" /><Relationship Type="http://schemas.openxmlformats.org/officeDocument/2006/relationships/image" Target="/ppt/media/image66.svg" Id="Rba0252c40c7947dc" /><Relationship Type="http://schemas.openxmlformats.org/officeDocument/2006/relationships/image" Target="/ppt/media/image75.png" Id="R71d298fb21bf4eae" /><Relationship Type="http://schemas.openxmlformats.org/officeDocument/2006/relationships/image" Target="/ppt/media/image67.svg" Id="R4f6046e5c51b46e7" /><Relationship Type="http://schemas.openxmlformats.org/officeDocument/2006/relationships/image" Target="/ppt/media/image76.png" Id="Ra5a1c070916f4259" /><Relationship Type="http://schemas.openxmlformats.org/officeDocument/2006/relationships/image" Target="/ppt/media/image68.svg" Id="R121eb7b37dbe47bd" /><Relationship Type="http://schemas.openxmlformats.org/officeDocument/2006/relationships/image" Target="/ppt/media/image77.png" Id="R3a739ce8492e441c" /><Relationship Type="http://schemas.openxmlformats.org/officeDocument/2006/relationships/image" Target="/ppt/media/image69.svg" Id="Rccd3ee3679ac46ee" /><Relationship Type="http://schemas.openxmlformats.org/officeDocument/2006/relationships/image" Target="/ppt/media/image78.png" Id="R9f46d62e4f8c4d45" /><Relationship Type="http://schemas.openxmlformats.org/officeDocument/2006/relationships/image" Target="/ppt/media/image70.svg" Id="Ra16f89c0b12349dd" /><Relationship Type="http://schemas.openxmlformats.org/officeDocument/2006/relationships/image" Target="/ppt/media/image79.png" Id="R9cfb8bc363ed48f8" /><Relationship Type="http://schemas.openxmlformats.org/officeDocument/2006/relationships/image" Target="/ppt/media/image71.svg" Id="R1364849a9ac64195" /><Relationship Type="http://schemas.openxmlformats.org/officeDocument/2006/relationships/image" Target="/ppt/media/image80.png" Id="R4dd77168a1f04a23" /><Relationship Type="http://schemas.openxmlformats.org/officeDocument/2006/relationships/image" Target="/ppt/media/image72.svg" Id="Rc110965f810e40bf" /><Relationship Type="http://schemas.openxmlformats.org/officeDocument/2006/relationships/image" Target="/ppt/media/image81.png" Id="Rb7bfa7d92f904e58" /><Relationship Type="http://schemas.openxmlformats.org/officeDocument/2006/relationships/image" Target="/ppt/media/image73.svg" Id="Rc097d33dcb3f4faf" /><Relationship Type="http://schemas.openxmlformats.org/officeDocument/2006/relationships/image" Target="/ppt/media/image82.png" Id="R39d2b75bfd914706" /><Relationship Type="http://schemas.openxmlformats.org/officeDocument/2006/relationships/image" Target="/ppt/media/image74.svg" Id="R05bbcea87eac469a" /><Relationship Type="http://schemas.openxmlformats.org/officeDocument/2006/relationships/image" Target="/ppt/media/image83.png" Id="R69aef43736a24a55" /><Relationship Type="http://schemas.openxmlformats.org/officeDocument/2006/relationships/image" Target="/ppt/media/image75.svg" Id="Rd90fdb54c7394c59" /><Relationship Type="http://schemas.openxmlformats.org/officeDocument/2006/relationships/image" Target="/ppt/media/image84.png" Id="Rcf53990250ac4c4f" /><Relationship Type="http://schemas.openxmlformats.org/officeDocument/2006/relationships/image" Target="/ppt/media/image76.svg" Id="R3568693e29044dff" /><Relationship Type="http://schemas.openxmlformats.org/officeDocument/2006/relationships/notesSlide" Target="/ppt/notesSlides/notesSlide4.xml" Id="R13c0c5e970574a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c2e9c0eff4e34" /><Relationship Type="http://schemas.openxmlformats.org/officeDocument/2006/relationships/image" Target="/ppt/media/image85.png" Id="R166b817190534844" /><Relationship Type="http://schemas.openxmlformats.org/officeDocument/2006/relationships/image" Target="/ppt/media/image86.png" Id="Ra89cc356af274e4d" /><Relationship Type="http://schemas.openxmlformats.org/officeDocument/2006/relationships/image" Target="/ppt/media/image87.png" Id="R82a0d90b6ba949a8" /><Relationship Type="http://schemas.openxmlformats.org/officeDocument/2006/relationships/image" Target="/ppt/media/image77.svg" Id="R5dcdbdd8bb5147a8" /><Relationship Type="http://schemas.openxmlformats.org/officeDocument/2006/relationships/image" Target="/ppt/media/image88.png" Id="R98164b7b3db441d6" /><Relationship Type="http://schemas.openxmlformats.org/officeDocument/2006/relationships/image" Target="/ppt/media/image78.svg" Id="Refb6fbdb8fd5443c" /><Relationship Type="http://schemas.openxmlformats.org/officeDocument/2006/relationships/image" Target="/ppt/media/image89.png" Id="Ra0d5924f45eb42f7" /><Relationship Type="http://schemas.openxmlformats.org/officeDocument/2006/relationships/image" Target="/ppt/media/image79.svg" Id="Rfe8e5539228b4fac" /><Relationship Type="http://schemas.openxmlformats.org/officeDocument/2006/relationships/image" Target="/ppt/media/image90.png" Id="R4c2079ef0d9a4e7f" /><Relationship Type="http://schemas.openxmlformats.org/officeDocument/2006/relationships/image" Target="/ppt/media/image80.svg" Id="R1d2721244c0d4ab2" /><Relationship Type="http://schemas.openxmlformats.org/officeDocument/2006/relationships/image" Target="/ppt/media/image91.png" Id="R06174c6ee7be4617" /><Relationship Type="http://schemas.openxmlformats.org/officeDocument/2006/relationships/image" Target="/ppt/media/image81.svg" Id="R958e9a3c25b74f67" /><Relationship Type="http://schemas.openxmlformats.org/officeDocument/2006/relationships/image" Target="/ppt/media/image92.png" Id="Rab839ae45044469c" /><Relationship Type="http://schemas.openxmlformats.org/officeDocument/2006/relationships/image" Target="/ppt/media/image82.svg" Id="Rcacef9baa4294746" /><Relationship Type="http://schemas.openxmlformats.org/officeDocument/2006/relationships/image" Target="/ppt/media/image93.png" Id="R52fffa7519a24db0" /><Relationship Type="http://schemas.openxmlformats.org/officeDocument/2006/relationships/image" Target="/ppt/media/image83.svg" Id="R93127cbe2a554331" /><Relationship Type="http://schemas.openxmlformats.org/officeDocument/2006/relationships/image" Target="/ppt/media/image94.png" Id="R30c971fe861b454e" /><Relationship Type="http://schemas.openxmlformats.org/officeDocument/2006/relationships/image" Target="/ppt/media/image84.svg" Id="Rf1e7f15aa27d4583" /><Relationship Type="http://schemas.openxmlformats.org/officeDocument/2006/relationships/image" Target="/ppt/media/image95.png" Id="R554c07ab2a0e4073" /><Relationship Type="http://schemas.openxmlformats.org/officeDocument/2006/relationships/image" Target="/ppt/media/image85.svg" Id="R6feaa4d17ffb46aa" /><Relationship Type="http://schemas.openxmlformats.org/officeDocument/2006/relationships/image" Target="/ppt/media/image96.png" Id="Rcf29758f94af4eb7" /><Relationship Type="http://schemas.openxmlformats.org/officeDocument/2006/relationships/image" Target="/ppt/media/image86.svg" Id="R736415075e1042ca" /><Relationship Type="http://schemas.openxmlformats.org/officeDocument/2006/relationships/image" Target="/ppt/media/image97.png" Id="R8edfd3902643405d" /><Relationship Type="http://schemas.openxmlformats.org/officeDocument/2006/relationships/image" Target="/ppt/media/image87.svg" Id="Rff9f3bc69bcd4776" /><Relationship Type="http://schemas.openxmlformats.org/officeDocument/2006/relationships/image" Target="/ppt/media/image98.png" Id="R23ce1574a6ac4bb2" /><Relationship Type="http://schemas.openxmlformats.org/officeDocument/2006/relationships/image" Target="/ppt/media/image88.svg" Id="R7d02510351a94ff4" /><Relationship Type="http://schemas.openxmlformats.org/officeDocument/2006/relationships/image" Target="/ppt/media/image99.png" Id="R0417fcf8381e445e" /><Relationship Type="http://schemas.openxmlformats.org/officeDocument/2006/relationships/image" Target="/ppt/media/image89.svg" Id="R651aa10f775649e5" /><Relationship Type="http://schemas.openxmlformats.org/officeDocument/2006/relationships/image" Target="/ppt/media/image100.png" Id="R60a702e38a784f35" /><Relationship Type="http://schemas.openxmlformats.org/officeDocument/2006/relationships/image" Target="/ppt/media/image90.svg" Id="R4c1cacfdad2e4fe1" /><Relationship Type="http://schemas.openxmlformats.org/officeDocument/2006/relationships/image" Target="/ppt/media/image101.png" Id="R075c2545818d4671" /><Relationship Type="http://schemas.openxmlformats.org/officeDocument/2006/relationships/image" Target="/ppt/media/image91.svg" Id="R57a158c357ae4dc8" /><Relationship Type="http://schemas.openxmlformats.org/officeDocument/2006/relationships/image" Target="/ppt/media/image102.png" Id="Rbe76c3e7ddcc4b2d" /><Relationship Type="http://schemas.openxmlformats.org/officeDocument/2006/relationships/image" Target="/ppt/media/image92.svg" Id="R660b004a4a8b4e0c" /><Relationship Type="http://schemas.openxmlformats.org/officeDocument/2006/relationships/image" Target="/ppt/media/image103.png" Id="Rdd68c1fb483d4f06" /><Relationship Type="http://schemas.openxmlformats.org/officeDocument/2006/relationships/image" Target="/ppt/media/image93.svg" Id="R1345cfd1ac424a87" /><Relationship Type="http://schemas.openxmlformats.org/officeDocument/2006/relationships/image" Target="/ppt/media/image104.png" Id="Rea4385ab28ce4862" /><Relationship Type="http://schemas.openxmlformats.org/officeDocument/2006/relationships/image" Target="/ppt/media/image94.svg" Id="R8d9c7505a8294a61" /><Relationship Type="http://schemas.openxmlformats.org/officeDocument/2006/relationships/image" Target="/ppt/media/image105.png" Id="R8f17037703fa4f2c" /><Relationship Type="http://schemas.openxmlformats.org/officeDocument/2006/relationships/image" Target="/ppt/media/image95.svg" Id="Rdcac38da2a3a4817" /><Relationship Type="http://schemas.openxmlformats.org/officeDocument/2006/relationships/notesSlide" Target="/ppt/notesSlides/notesSlide5.xml" Id="R3a02fc0712614f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254d4412b4117" /><Relationship Type="http://schemas.openxmlformats.org/officeDocument/2006/relationships/image" Target="/ppt/media/image106.png" Id="Rcb0f44eeb42c4ffe" /><Relationship Type="http://schemas.openxmlformats.org/officeDocument/2006/relationships/image" Target="/ppt/media/image107.png" Id="Rbf00b63e74054085" /><Relationship Type="http://schemas.openxmlformats.org/officeDocument/2006/relationships/image" Target="/ppt/media/image108.png" Id="Rd1a89c629f4540a5" /><Relationship Type="http://schemas.openxmlformats.org/officeDocument/2006/relationships/image" Target="/ppt/media/image96.svg" Id="Rd1221ded9e944cfb" /><Relationship Type="http://schemas.openxmlformats.org/officeDocument/2006/relationships/image" Target="/ppt/media/image109.png" Id="R83d6ec54daca4ff8" /><Relationship Type="http://schemas.openxmlformats.org/officeDocument/2006/relationships/image" Target="/ppt/media/image97.svg" Id="R3a75663596d24bed" /><Relationship Type="http://schemas.openxmlformats.org/officeDocument/2006/relationships/image" Target="/ppt/media/image110.png" Id="R46dafe93e25d4e13" /><Relationship Type="http://schemas.openxmlformats.org/officeDocument/2006/relationships/image" Target="/ppt/media/image98.svg" Id="R5867e161c8ee4680" /><Relationship Type="http://schemas.openxmlformats.org/officeDocument/2006/relationships/image" Target="/ppt/media/image111.png" Id="R91e6704d765a4f19" /><Relationship Type="http://schemas.openxmlformats.org/officeDocument/2006/relationships/image" Target="/ppt/media/image99.svg" Id="R6e457962209643d1" /><Relationship Type="http://schemas.openxmlformats.org/officeDocument/2006/relationships/image" Target="/ppt/media/image112.png" Id="Re0efb7d1f81f4f8d" /><Relationship Type="http://schemas.openxmlformats.org/officeDocument/2006/relationships/image" Target="/ppt/media/image100.svg" Id="R4fea7ac796794884" /><Relationship Type="http://schemas.openxmlformats.org/officeDocument/2006/relationships/image" Target="/ppt/media/image113.png" Id="R887ec075775d4c7e" /><Relationship Type="http://schemas.openxmlformats.org/officeDocument/2006/relationships/image" Target="/ppt/media/image101.svg" Id="Rb1e158f756264559" /><Relationship Type="http://schemas.openxmlformats.org/officeDocument/2006/relationships/image" Target="/ppt/media/image114.png" Id="R2133315d8e3c4c60" /><Relationship Type="http://schemas.openxmlformats.org/officeDocument/2006/relationships/image" Target="/ppt/media/image102.svg" Id="R187e67b982fc4d4c" /><Relationship Type="http://schemas.openxmlformats.org/officeDocument/2006/relationships/image" Target="/ppt/media/image115.png" Id="R58897e6ff92242da" /><Relationship Type="http://schemas.openxmlformats.org/officeDocument/2006/relationships/image" Target="/ppt/media/image103.svg" Id="R90bbfb5c2d3748cc" /><Relationship Type="http://schemas.openxmlformats.org/officeDocument/2006/relationships/image" Target="/ppt/media/image116.png" Id="R9308878e580f4755" /><Relationship Type="http://schemas.openxmlformats.org/officeDocument/2006/relationships/image" Target="/ppt/media/image104.svg" Id="R95ff76eac4cf4bb6" /><Relationship Type="http://schemas.openxmlformats.org/officeDocument/2006/relationships/image" Target="/ppt/media/image117.png" Id="R4d54b18b90694c46" /><Relationship Type="http://schemas.openxmlformats.org/officeDocument/2006/relationships/image" Target="/ppt/media/image105.svg" Id="Reb122caed70f408a" /><Relationship Type="http://schemas.openxmlformats.org/officeDocument/2006/relationships/image" Target="/ppt/media/image118.png" Id="R6b441c4679f941a4" /><Relationship Type="http://schemas.openxmlformats.org/officeDocument/2006/relationships/image" Target="/ppt/media/image106.svg" Id="R2f151f07908f40a9" /><Relationship Type="http://schemas.openxmlformats.org/officeDocument/2006/relationships/image" Target="/ppt/media/image119.png" Id="R6aad430265604642" /><Relationship Type="http://schemas.openxmlformats.org/officeDocument/2006/relationships/image" Target="/ppt/media/image107.svg" Id="R31f80a5148084fbe" /><Relationship Type="http://schemas.openxmlformats.org/officeDocument/2006/relationships/image" Target="/ppt/media/image120.png" Id="Reedb32ed32f94705" /><Relationship Type="http://schemas.openxmlformats.org/officeDocument/2006/relationships/image" Target="/ppt/media/image108.svg" Id="R966aeb1db2dc4fb9" /><Relationship Type="http://schemas.openxmlformats.org/officeDocument/2006/relationships/image" Target="/ppt/media/image121.png" Id="Rd7d433091b7c431e" /><Relationship Type="http://schemas.openxmlformats.org/officeDocument/2006/relationships/image" Target="/ppt/media/image109.svg" Id="R997748dbcb3a4e9a" /><Relationship Type="http://schemas.openxmlformats.org/officeDocument/2006/relationships/image" Target="/ppt/media/image122.png" Id="Rc1bd63784d7842c5" /><Relationship Type="http://schemas.openxmlformats.org/officeDocument/2006/relationships/image" Target="/ppt/media/image110.svg" Id="R8d3a94a08a4a406d" /><Relationship Type="http://schemas.openxmlformats.org/officeDocument/2006/relationships/image" Target="/ppt/media/image123.png" Id="R0fc4f9ad0673458b" /><Relationship Type="http://schemas.openxmlformats.org/officeDocument/2006/relationships/image" Target="/ppt/media/image111.svg" Id="Rba313504aa124764" /><Relationship Type="http://schemas.openxmlformats.org/officeDocument/2006/relationships/image" Target="/ppt/media/image124.png" Id="R2248d63b83e944d7" /><Relationship Type="http://schemas.openxmlformats.org/officeDocument/2006/relationships/image" Target="/ppt/media/image112.svg" Id="R3031c5f4c8b44ba7" /><Relationship Type="http://schemas.openxmlformats.org/officeDocument/2006/relationships/image" Target="/ppt/media/image125.png" Id="R0cba77fa3a784802" /><Relationship Type="http://schemas.openxmlformats.org/officeDocument/2006/relationships/image" Target="/ppt/media/image113.svg" Id="R998f4610d82d4437" /><Relationship Type="http://schemas.openxmlformats.org/officeDocument/2006/relationships/image" Target="/ppt/media/image126.png" Id="R48d61c0ac6884584" /><Relationship Type="http://schemas.openxmlformats.org/officeDocument/2006/relationships/image" Target="/ppt/media/image114.svg" Id="R5f5cbab008294027" /><Relationship Type="http://schemas.openxmlformats.org/officeDocument/2006/relationships/notesSlide" Target="/ppt/notesSlides/notesSlide6.xml" Id="R4689d929f9544d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78a4e6b2f4e04" /><Relationship Type="http://schemas.openxmlformats.org/officeDocument/2006/relationships/image" Target="/ppt/media/image127.png" Id="R1fb652674ada4c9e" /><Relationship Type="http://schemas.openxmlformats.org/officeDocument/2006/relationships/image" Target="/ppt/media/image128.png" Id="R1d0ea20631ee4b59" /><Relationship Type="http://schemas.openxmlformats.org/officeDocument/2006/relationships/image" Target="/ppt/media/image129.png" Id="R244e6c10022b49f1" /><Relationship Type="http://schemas.openxmlformats.org/officeDocument/2006/relationships/image" Target="/ppt/media/image115.svg" Id="Ra58c1cd57c074e2d" /><Relationship Type="http://schemas.openxmlformats.org/officeDocument/2006/relationships/image" Target="/ppt/media/image130.png" Id="Re5ef9ef6c65f4784" /><Relationship Type="http://schemas.openxmlformats.org/officeDocument/2006/relationships/image" Target="/ppt/media/image116.svg" Id="R4953a3aef8824323" /><Relationship Type="http://schemas.openxmlformats.org/officeDocument/2006/relationships/image" Target="/ppt/media/image131.png" Id="Rb58a3c8b62a54668" /><Relationship Type="http://schemas.openxmlformats.org/officeDocument/2006/relationships/image" Target="/ppt/media/image117.svg" Id="R04f58ade71e2453a" /><Relationship Type="http://schemas.openxmlformats.org/officeDocument/2006/relationships/image" Target="/ppt/media/image132.png" Id="Re5fdeb4faa204475" /><Relationship Type="http://schemas.openxmlformats.org/officeDocument/2006/relationships/image" Target="/ppt/media/image118.svg" Id="R4206ff5cd1514339" /><Relationship Type="http://schemas.openxmlformats.org/officeDocument/2006/relationships/image" Target="/ppt/media/image133.png" Id="R13c54541c34a43d0" /><Relationship Type="http://schemas.openxmlformats.org/officeDocument/2006/relationships/image" Target="/ppt/media/image119.svg" Id="R6887cbb56ac14121" /><Relationship Type="http://schemas.openxmlformats.org/officeDocument/2006/relationships/image" Target="/ppt/media/image134.png" Id="Rcbaaba48e5b9407f" /><Relationship Type="http://schemas.openxmlformats.org/officeDocument/2006/relationships/image" Target="/ppt/media/image120.svg" Id="Rb09ed340c3bc46fd" /><Relationship Type="http://schemas.openxmlformats.org/officeDocument/2006/relationships/image" Target="/ppt/media/image135.png" Id="Rf19d4d830c5f4df2" /><Relationship Type="http://schemas.openxmlformats.org/officeDocument/2006/relationships/image" Target="/ppt/media/image121.svg" Id="R067e499df1a04e18" /><Relationship Type="http://schemas.openxmlformats.org/officeDocument/2006/relationships/image" Target="/ppt/media/image136.png" Id="R13bc4ac96a4d4927" /><Relationship Type="http://schemas.openxmlformats.org/officeDocument/2006/relationships/image" Target="/ppt/media/image122.svg" Id="R06fc9b36404f42e0" /><Relationship Type="http://schemas.openxmlformats.org/officeDocument/2006/relationships/image" Target="/ppt/media/image137.png" Id="R5e490463d187407d" /><Relationship Type="http://schemas.openxmlformats.org/officeDocument/2006/relationships/image" Target="/ppt/media/image123.svg" Id="R14f70abd75db40d9" /><Relationship Type="http://schemas.openxmlformats.org/officeDocument/2006/relationships/image" Target="/ppt/media/image138.png" Id="R4e14643320d6417d" /><Relationship Type="http://schemas.openxmlformats.org/officeDocument/2006/relationships/image" Target="/ppt/media/image124.svg" Id="R9d059511c3eb4c07" /><Relationship Type="http://schemas.openxmlformats.org/officeDocument/2006/relationships/image" Target="/ppt/media/image139.png" Id="R4816b86d1f7c4570" /><Relationship Type="http://schemas.openxmlformats.org/officeDocument/2006/relationships/image" Target="/ppt/media/image125.svg" Id="R21bd2bd5e6424936" /><Relationship Type="http://schemas.openxmlformats.org/officeDocument/2006/relationships/image" Target="/ppt/media/image140.png" Id="R16926a74bb3749d4" /><Relationship Type="http://schemas.openxmlformats.org/officeDocument/2006/relationships/image" Target="/ppt/media/image126.svg" Id="R7d14207c1396442b" /><Relationship Type="http://schemas.openxmlformats.org/officeDocument/2006/relationships/image" Target="/ppt/media/image141.png" Id="R6382984671424c6c" /><Relationship Type="http://schemas.openxmlformats.org/officeDocument/2006/relationships/image" Target="/ppt/media/image127.svg" Id="R6c0ba000d77a4d15" /><Relationship Type="http://schemas.openxmlformats.org/officeDocument/2006/relationships/image" Target="/ppt/media/image142.png" Id="Rfe41aaec097040c6" /><Relationship Type="http://schemas.openxmlformats.org/officeDocument/2006/relationships/image" Target="/ppt/media/image128.svg" Id="Reb1e9d560dd34b93" /><Relationship Type="http://schemas.openxmlformats.org/officeDocument/2006/relationships/image" Target="/ppt/media/image143.png" Id="R1c58d7cd0d5a4fad" /><Relationship Type="http://schemas.openxmlformats.org/officeDocument/2006/relationships/image" Target="/ppt/media/image129.svg" Id="Rd0b20497fae04fe7" /><Relationship Type="http://schemas.openxmlformats.org/officeDocument/2006/relationships/image" Target="/ppt/media/image144.png" Id="R4872f532cd12491e" /><Relationship Type="http://schemas.openxmlformats.org/officeDocument/2006/relationships/image" Target="/ppt/media/image130.svg" Id="R8d5074dcfc4f4e1a" /><Relationship Type="http://schemas.openxmlformats.org/officeDocument/2006/relationships/image" Target="/ppt/media/image145.png" Id="R560049e66adc4f78" /><Relationship Type="http://schemas.openxmlformats.org/officeDocument/2006/relationships/image" Target="/ppt/media/image131.svg" Id="R14ac2dfd64834b8a" /><Relationship Type="http://schemas.openxmlformats.org/officeDocument/2006/relationships/image" Target="/ppt/media/image146.png" Id="R9097de1091e5440e" /><Relationship Type="http://schemas.openxmlformats.org/officeDocument/2006/relationships/image" Target="/ppt/media/image132.svg" Id="R25e9b1eedf2440ae" /><Relationship Type="http://schemas.openxmlformats.org/officeDocument/2006/relationships/image" Target="/ppt/media/image147.png" Id="R856d6d95408c41f1" /><Relationship Type="http://schemas.openxmlformats.org/officeDocument/2006/relationships/image" Target="/ppt/media/image133.svg" Id="R53e5f0bb3455473f" /><Relationship Type="http://schemas.openxmlformats.org/officeDocument/2006/relationships/notesSlide" Target="/ppt/notesSlides/notesSlide7.xml" Id="Rf6a7def3d5fa48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7e7526e044bcf" /><Relationship Type="http://schemas.openxmlformats.org/officeDocument/2006/relationships/image" Target="/ppt/media/image148.png" Id="R1f42b47c89424f92" /><Relationship Type="http://schemas.openxmlformats.org/officeDocument/2006/relationships/image" Target="/ppt/media/image149.png" Id="R4480b54c43434e14" /><Relationship Type="http://schemas.openxmlformats.org/officeDocument/2006/relationships/image" Target="/ppt/media/image150.png" Id="Rbd0726c20ec54eb5" /><Relationship Type="http://schemas.openxmlformats.org/officeDocument/2006/relationships/image" Target="/ppt/media/image134.svg" Id="R6e23c3f5822845f7" /><Relationship Type="http://schemas.openxmlformats.org/officeDocument/2006/relationships/image" Target="/ppt/media/image151.png" Id="R79c1fc69310d4969" /><Relationship Type="http://schemas.openxmlformats.org/officeDocument/2006/relationships/image" Target="/ppt/media/image135.svg" Id="Rdf89299e512648c5" /><Relationship Type="http://schemas.openxmlformats.org/officeDocument/2006/relationships/image" Target="/ppt/media/image152.png" Id="R74540235cc35470d" /><Relationship Type="http://schemas.openxmlformats.org/officeDocument/2006/relationships/image" Target="/ppt/media/image136.svg" Id="Rab378a5522db4a94" /><Relationship Type="http://schemas.openxmlformats.org/officeDocument/2006/relationships/image" Target="/ppt/media/image153.png" Id="R7e4080bfe4854331" /><Relationship Type="http://schemas.openxmlformats.org/officeDocument/2006/relationships/image" Target="/ppt/media/image137.svg" Id="R2542c2efcc0c4b63" /><Relationship Type="http://schemas.openxmlformats.org/officeDocument/2006/relationships/image" Target="/ppt/media/image154.png" Id="R2c0d418ae87b4909" /><Relationship Type="http://schemas.openxmlformats.org/officeDocument/2006/relationships/image" Target="/ppt/media/image138.svg" Id="R36955399c2424265" /><Relationship Type="http://schemas.openxmlformats.org/officeDocument/2006/relationships/image" Target="/ppt/media/image155.png" Id="R10253636a2a448de" /><Relationship Type="http://schemas.openxmlformats.org/officeDocument/2006/relationships/image" Target="/ppt/media/image139.svg" Id="R28e74af04baa400b" /><Relationship Type="http://schemas.openxmlformats.org/officeDocument/2006/relationships/image" Target="/ppt/media/image156.png" Id="R8a99c0021f184497" /><Relationship Type="http://schemas.openxmlformats.org/officeDocument/2006/relationships/image" Target="/ppt/media/image140.svg" Id="R7e18dfd1011c43e6" /><Relationship Type="http://schemas.openxmlformats.org/officeDocument/2006/relationships/image" Target="/ppt/media/image157.png" Id="R945ff5e85ae04090" /><Relationship Type="http://schemas.openxmlformats.org/officeDocument/2006/relationships/image" Target="/ppt/media/image141.svg" Id="Re1aa661e196b4251" /><Relationship Type="http://schemas.openxmlformats.org/officeDocument/2006/relationships/image" Target="/ppt/media/image158.png" Id="R000d742a9bbd4230" /><Relationship Type="http://schemas.openxmlformats.org/officeDocument/2006/relationships/image" Target="/ppt/media/image142.svg" Id="Rf6e738f4c1ca49dd" /><Relationship Type="http://schemas.openxmlformats.org/officeDocument/2006/relationships/image" Target="/ppt/media/image159.png" Id="R8270a999d376446c" /><Relationship Type="http://schemas.openxmlformats.org/officeDocument/2006/relationships/image" Target="/ppt/media/image143.svg" Id="Rc397cbb38e564614" /><Relationship Type="http://schemas.openxmlformats.org/officeDocument/2006/relationships/image" Target="/ppt/media/image160.png" Id="R2277b06f7758432e" /><Relationship Type="http://schemas.openxmlformats.org/officeDocument/2006/relationships/image" Target="/ppt/media/image144.svg" Id="R0ee6c94d6936443c" /><Relationship Type="http://schemas.openxmlformats.org/officeDocument/2006/relationships/image" Target="/ppt/media/image161.png" Id="R2b7219e4863f42b8" /><Relationship Type="http://schemas.openxmlformats.org/officeDocument/2006/relationships/image" Target="/ppt/media/image145.svg" Id="R513562df54504fa4" /><Relationship Type="http://schemas.openxmlformats.org/officeDocument/2006/relationships/image" Target="/ppt/media/image162.png" Id="R46becc18134c4526" /><Relationship Type="http://schemas.openxmlformats.org/officeDocument/2006/relationships/image" Target="/ppt/media/image146.svg" Id="R0b7f9c39211b4024" /><Relationship Type="http://schemas.openxmlformats.org/officeDocument/2006/relationships/image" Target="/ppt/media/image163.png" Id="R19a3d693c8de450f" /><Relationship Type="http://schemas.openxmlformats.org/officeDocument/2006/relationships/image" Target="/ppt/media/image147.svg" Id="R77a5d57de8634ba8" /><Relationship Type="http://schemas.openxmlformats.org/officeDocument/2006/relationships/image" Target="/ppt/media/image164.png" Id="R7529fb215a924ebe" /><Relationship Type="http://schemas.openxmlformats.org/officeDocument/2006/relationships/image" Target="/ppt/media/image148.svg" Id="R9a7c66374fdb4563" /><Relationship Type="http://schemas.openxmlformats.org/officeDocument/2006/relationships/image" Target="/ppt/media/image165.png" Id="Rceba4daa49f947e0" /><Relationship Type="http://schemas.openxmlformats.org/officeDocument/2006/relationships/image" Target="/ppt/media/image149.svg" Id="R05ee42c04eac4ff9" /><Relationship Type="http://schemas.openxmlformats.org/officeDocument/2006/relationships/image" Target="/ppt/media/image166.png" Id="Rbd29db4c9b804936" /><Relationship Type="http://schemas.openxmlformats.org/officeDocument/2006/relationships/image" Target="/ppt/media/image150.svg" Id="R358605dc10014e61" /><Relationship Type="http://schemas.openxmlformats.org/officeDocument/2006/relationships/image" Target="/ppt/media/image167.png" Id="Re875541bab52414e" /><Relationship Type="http://schemas.openxmlformats.org/officeDocument/2006/relationships/image" Target="/ppt/media/image151.svg" Id="R934bf2f49e0e44b8" /><Relationship Type="http://schemas.openxmlformats.org/officeDocument/2006/relationships/image" Target="/ppt/media/image168.png" Id="R13e5dfd0beb6431c" /><Relationship Type="http://schemas.openxmlformats.org/officeDocument/2006/relationships/image" Target="/ppt/media/image152.svg" Id="Rbe880cded74f4adb" /><Relationship Type="http://schemas.openxmlformats.org/officeDocument/2006/relationships/notesSlide" Target="/ppt/notesSlides/notesSlide8.xml" Id="R97b3d62349dc48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cadf29919442b" /><Relationship Type="http://schemas.openxmlformats.org/officeDocument/2006/relationships/image" Target="/ppt/media/image169.png" Id="R800789d44ad245fa" /><Relationship Type="http://schemas.openxmlformats.org/officeDocument/2006/relationships/image" Target="/ppt/media/image170.png" Id="Rdec62d6d98e84d43" /><Relationship Type="http://schemas.openxmlformats.org/officeDocument/2006/relationships/image" Target="/ppt/media/image171.png" Id="R2e1303a93c1f4ac7" /><Relationship Type="http://schemas.openxmlformats.org/officeDocument/2006/relationships/image" Target="/ppt/media/image153.svg" Id="Rf715e705505a4249" /><Relationship Type="http://schemas.openxmlformats.org/officeDocument/2006/relationships/image" Target="/ppt/media/image172.png" Id="R1574b3ccb01549ca" /><Relationship Type="http://schemas.openxmlformats.org/officeDocument/2006/relationships/image" Target="/ppt/media/image154.svg" Id="Rfebdf666c8024a9b" /><Relationship Type="http://schemas.openxmlformats.org/officeDocument/2006/relationships/image" Target="/ppt/media/image173.png" Id="R3f3e8546a5da4436" /><Relationship Type="http://schemas.openxmlformats.org/officeDocument/2006/relationships/image" Target="/ppt/media/image155.svg" Id="R29d13ca20b1d4aaf" /><Relationship Type="http://schemas.openxmlformats.org/officeDocument/2006/relationships/image" Target="/ppt/media/image174.png" Id="Rec41c2a47ea146c3" /><Relationship Type="http://schemas.openxmlformats.org/officeDocument/2006/relationships/image" Target="/ppt/media/image156.svg" Id="R40867bddb1b64be6" /><Relationship Type="http://schemas.openxmlformats.org/officeDocument/2006/relationships/image" Target="/ppt/media/image175.png" Id="R5e17eb46fbc74bc7" /><Relationship Type="http://schemas.openxmlformats.org/officeDocument/2006/relationships/image" Target="/ppt/media/image157.svg" Id="R105b916717104986" /><Relationship Type="http://schemas.openxmlformats.org/officeDocument/2006/relationships/image" Target="/ppt/media/image176.png" Id="Ree657614d2584e79" /><Relationship Type="http://schemas.openxmlformats.org/officeDocument/2006/relationships/image" Target="/ppt/media/image158.svg" Id="R4a40cf7f091046f3" /><Relationship Type="http://schemas.openxmlformats.org/officeDocument/2006/relationships/image" Target="/ppt/media/image177.png" Id="R5473d36581ed44fa" /><Relationship Type="http://schemas.openxmlformats.org/officeDocument/2006/relationships/image" Target="/ppt/media/image159.svg" Id="R87afb0a387244635" /><Relationship Type="http://schemas.openxmlformats.org/officeDocument/2006/relationships/image" Target="/ppt/media/image178.png" Id="R1bf8e99c22054d6f" /><Relationship Type="http://schemas.openxmlformats.org/officeDocument/2006/relationships/image" Target="/ppt/media/image160.svg" Id="Rfce9896fc4394d6d" /><Relationship Type="http://schemas.openxmlformats.org/officeDocument/2006/relationships/image" Target="/ppt/media/image179.png" Id="R9837301ab6ff4b2e" /><Relationship Type="http://schemas.openxmlformats.org/officeDocument/2006/relationships/image" Target="/ppt/media/image161.svg" Id="R0e290fd964524395" /><Relationship Type="http://schemas.openxmlformats.org/officeDocument/2006/relationships/image" Target="/ppt/media/image180.png" Id="R42b3b29b74aa487b" /><Relationship Type="http://schemas.openxmlformats.org/officeDocument/2006/relationships/image" Target="/ppt/media/image162.svg" Id="Rccb5272e608b4f4a" /><Relationship Type="http://schemas.openxmlformats.org/officeDocument/2006/relationships/image" Target="/ppt/media/image181.png" Id="Rc0a802336e664495" /><Relationship Type="http://schemas.openxmlformats.org/officeDocument/2006/relationships/image" Target="/ppt/media/image163.svg" Id="R0fe003de8e9e4d89" /><Relationship Type="http://schemas.openxmlformats.org/officeDocument/2006/relationships/image" Target="/ppt/media/image182.png" Id="R5fc866a250d849b2" /><Relationship Type="http://schemas.openxmlformats.org/officeDocument/2006/relationships/image" Target="/ppt/media/image164.svg" Id="Rb128703b51144fc4" /><Relationship Type="http://schemas.openxmlformats.org/officeDocument/2006/relationships/image" Target="/ppt/media/image183.png" Id="Rec13dff2bf2f4c8f" /><Relationship Type="http://schemas.openxmlformats.org/officeDocument/2006/relationships/image" Target="/ppt/media/image165.svg" Id="R8795654344ec4660" /><Relationship Type="http://schemas.openxmlformats.org/officeDocument/2006/relationships/image" Target="/ppt/media/image184.png" Id="R8e29ec6cce894dcb" /><Relationship Type="http://schemas.openxmlformats.org/officeDocument/2006/relationships/image" Target="/ppt/media/image166.svg" Id="Rf4027855cb29444a" /><Relationship Type="http://schemas.openxmlformats.org/officeDocument/2006/relationships/image" Target="/ppt/media/image185.png" Id="R2c1d7c9db85b47f1" /><Relationship Type="http://schemas.openxmlformats.org/officeDocument/2006/relationships/image" Target="/ppt/media/image167.svg" Id="R570d40c45d6f4621" /><Relationship Type="http://schemas.openxmlformats.org/officeDocument/2006/relationships/image" Target="/ppt/media/image186.png" Id="R544943d8a3e749f1" /><Relationship Type="http://schemas.openxmlformats.org/officeDocument/2006/relationships/image" Target="/ppt/media/image168.svg" Id="R4d224da89a054259" /><Relationship Type="http://schemas.openxmlformats.org/officeDocument/2006/relationships/image" Target="/ppt/media/image187.png" Id="R7390bc42712f4650" /><Relationship Type="http://schemas.openxmlformats.org/officeDocument/2006/relationships/image" Target="/ppt/media/image169.svg" Id="Rfdb710d11eb54dc0" /><Relationship Type="http://schemas.openxmlformats.org/officeDocument/2006/relationships/image" Target="/ppt/media/image188.png" Id="Rda515fe4391f493d" /><Relationship Type="http://schemas.openxmlformats.org/officeDocument/2006/relationships/image" Target="/ppt/media/image170.svg" Id="Rb588e621a7224988" /><Relationship Type="http://schemas.openxmlformats.org/officeDocument/2006/relationships/image" Target="/ppt/media/image189.png" Id="R8ee9b28d860f4e94" /><Relationship Type="http://schemas.openxmlformats.org/officeDocument/2006/relationships/image" Target="/ppt/media/image171.svg" Id="R1c5538ee3657482b" /><Relationship Type="http://schemas.openxmlformats.org/officeDocument/2006/relationships/notesSlide" Target="/ppt/notesSlides/notesSlide9.xml" Id="R33471e82a8934c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6754ec1094a1b" /><Relationship Type="http://schemas.openxmlformats.org/officeDocument/2006/relationships/image" Target="/ppt/media/image190.png" Id="Rc293d65aeba849f1" /><Relationship Type="http://schemas.openxmlformats.org/officeDocument/2006/relationships/image" Target="/ppt/media/image191.png" Id="Rb89bbd0d84404a71" /><Relationship Type="http://schemas.openxmlformats.org/officeDocument/2006/relationships/image" Target="/ppt/media/image192.png" Id="R322ccef4690c40da" /><Relationship Type="http://schemas.openxmlformats.org/officeDocument/2006/relationships/image" Target="/ppt/media/image172.svg" Id="Rfd79b0f8250f47b3" /><Relationship Type="http://schemas.openxmlformats.org/officeDocument/2006/relationships/image" Target="/ppt/media/image193.png" Id="R438d268157dd4d1c" /><Relationship Type="http://schemas.openxmlformats.org/officeDocument/2006/relationships/image" Target="/ppt/media/image173.svg" Id="Ra2ade23acaa74ed3" /><Relationship Type="http://schemas.openxmlformats.org/officeDocument/2006/relationships/image" Target="/ppt/media/image194.png" Id="R99fa3c34180c44c3" /><Relationship Type="http://schemas.openxmlformats.org/officeDocument/2006/relationships/image" Target="/ppt/media/image174.svg" Id="R2b76f533b6a64c49" /><Relationship Type="http://schemas.openxmlformats.org/officeDocument/2006/relationships/image" Target="/ppt/media/image195.png" Id="R6c6f9af27da74d93" /><Relationship Type="http://schemas.openxmlformats.org/officeDocument/2006/relationships/image" Target="/ppt/media/image175.svg" Id="Rd236640a80094f92" /><Relationship Type="http://schemas.openxmlformats.org/officeDocument/2006/relationships/image" Target="/ppt/media/image196.png" Id="R763b6f2755b84981" /><Relationship Type="http://schemas.openxmlformats.org/officeDocument/2006/relationships/image" Target="/ppt/media/image176.svg" Id="Ra13c474fd18d4c46" /><Relationship Type="http://schemas.openxmlformats.org/officeDocument/2006/relationships/image" Target="/ppt/media/image197.png" Id="Ra98ef2c05ef34b03" /><Relationship Type="http://schemas.openxmlformats.org/officeDocument/2006/relationships/image" Target="/ppt/media/image177.svg" Id="R4b958487179f4f0c" /><Relationship Type="http://schemas.openxmlformats.org/officeDocument/2006/relationships/image" Target="/ppt/media/image198.png" Id="R0e9cff891efc4da2" /><Relationship Type="http://schemas.openxmlformats.org/officeDocument/2006/relationships/image" Target="/ppt/media/image178.svg" Id="Ra90056318c194c80" /><Relationship Type="http://schemas.openxmlformats.org/officeDocument/2006/relationships/image" Target="/ppt/media/image199.png" Id="Ra13d3ae62c324a22" /><Relationship Type="http://schemas.openxmlformats.org/officeDocument/2006/relationships/image" Target="/ppt/media/image179.svg" Id="Rd3c1a9494e114b8f" /><Relationship Type="http://schemas.openxmlformats.org/officeDocument/2006/relationships/image" Target="/ppt/media/image200.png" Id="R18d166d07d1a4524" /><Relationship Type="http://schemas.openxmlformats.org/officeDocument/2006/relationships/image" Target="/ppt/media/image180.svg" Id="R83cd99bb954a4fd4" /><Relationship Type="http://schemas.openxmlformats.org/officeDocument/2006/relationships/image" Target="/ppt/media/image201.png" Id="R6506c1aaa2fc454e" /><Relationship Type="http://schemas.openxmlformats.org/officeDocument/2006/relationships/image" Target="/ppt/media/image181.svg" Id="Rbb2a98ebfacc4491" /><Relationship Type="http://schemas.openxmlformats.org/officeDocument/2006/relationships/image" Target="/ppt/media/image202.png" Id="R64808c8ef2cf430f" /><Relationship Type="http://schemas.openxmlformats.org/officeDocument/2006/relationships/image" Target="/ppt/media/image182.svg" Id="R11ca9aad78584d12" /><Relationship Type="http://schemas.openxmlformats.org/officeDocument/2006/relationships/image" Target="/ppt/media/image203.png" Id="Re613da3e78414395" /><Relationship Type="http://schemas.openxmlformats.org/officeDocument/2006/relationships/image" Target="/ppt/media/image183.svg" Id="R1dd5614604784236" /><Relationship Type="http://schemas.openxmlformats.org/officeDocument/2006/relationships/image" Target="/ppt/media/image204.png" Id="R3c3821736b98441f" /><Relationship Type="http://schemas.openxmlformats.org/officeDocument/2006/relationships/image" Target="/ppt/media/image184.svg" Id="R459627a7713245bb" /><Relationship Type="http://schemas.openxmlformats.org/officeDocument/2006/relationships/image" Target="/ppt/media/image205.png" Id="R1cedbc5d31d648a4" /><Relationship Type="http://schemas.openxmlformats.org/officeDocument/2006/relationships/image" Target="/ppt/media/image185.svg" Id="R2561307db4714a69" /><Relationship Type="http://schemas.openxmlformats.org/officeDocument/2006/relationships/image" Target="/ppt/media/image206.png" Id="R9a762714605642ba" /><Relationship Type="http://schemas.openxmlformats.org/officeDocument/2006/relationships/image" Target="/ppt/media/image186.svg" Id="R3e40714278f5470e" /><Relationship Type="http://schemas.openxmlformats.org/officeDocument/2006/relationships/image" Target="/ppt/media/image207.png" Id="Red42856d06c349c5" /><Relationship Type="http://schemas.openxmlformats.org/officeDocument/2006/relationships/image" Target="/ppt/media/image187.svg" Id="Rdbe45a22129743ac" /><Relationship Type="http://schemas.openxmlformats.org/officeDocument/2006/relationships/image" Target="/ppt/media/image208.png" Id="R868bfe7b5f804306" /><Relationship Type="http://schemas.openxmlformats.org/officeDocument/2006/relationships/image" Target="/ppt/media/image188.svg" Id="R166d1d1ff8344b1c" /><Relationship Type="http://schemas.openxmlformats.org/officeDocument/2006/relationships/image" Target="/ppt/media/image209.png" Id="Rc0f28571556149f9" /><Relationship Type="http://schemas.openxmlformats.org/officeDocument/2006/relationships/image" Target="/ppt/media/image189.svg" Id="R86a8d197451b4fe4" /><Relationship Type="http://schemas.openxmlformats.org/officeDocument/2006/relationships/image" Target="/ppt/media/image210.png" Id="R5a311b14e9a14b6c" /><Relationship Type="http://schemas.openxmlformats.org/officeDocument/2006/relationships/image" Target="/ppt/media/image190.svg" Id="R63032965ab7341b8" /><Relationship Type="http://schemas.openxmlformats.org/officeDocument/2006/relationships/notesSlide" Target="/ppt/notesSlides/notesSlide10.xml" Id="Rdf47a7417b6043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81b804774495" /><Relationship Type="http://schemas.openxmlformats.org/officeDocument/2006/relationships/image" Target="/ppt/media/image211.png" Id="Rb98feb1a72d54c66" /><Relationship Type="http://schemas.openxmlformats.org/officeDocument/2006/relationships/image" Target="/ppt/media/image212.png" Id="R30c536803a144f25" /><Relationship Type="http://schemas.openxmlformats.org/officeDocument/2006/relationships/image" Target="/ppt/media/image213.png" Id="Rebaf881ae5ff4386" /><Relationship Type="http://schemas.openxmlformats.org/officeDocument/2006/relationships/image" Target="/ppt/media/image191.svg" Id="Rfea9d8038b1947da" /><Relationship Type="http://schemas.openxmlformats.org/officeDocument/2006/relationships/image" Target="/ppt/media/image214.png" Id="Rd2fe2872aee14e71" /><Relationship Type="http://schemas.openxmlformats.org/officeDocument/2006/relationships/image" Target="/ppt/media/image192.svg" Id="R202cba003fd943c1" /><Relationship Type="http://schemas.openxmlformats.org/officeDocument/2006/relationships/image" Target="/ppt/media/image215.png" Id="R23355a709d544608" /><Relationship Type="http://schemas.openxmlformats.org/officeDocument/2006/relationships/image" Target="/ppt/media/image193.svg" Id="Radc1781d63774e55" /><Relationship Type="http://schemas.openxmlformats.org/officeDocument/2006/relationships/image" Target="/ppt/media/image216.png" Id="Re0a2bc44790e4641" /><Relationship Type="http://schemas.openxmlformats.org/officeDocument/2006/relationships/image" Target="/ppt/media/image194.svg" Id="Rc7cd4c274bfa4a26" /><Relationship Type="http://schemas.openxmlformats.org/officeDocument/2006/relationships/image" Target="/ppt/media/image217.png" Id="Rd2083f3721874792" /><Relationship Type="http://schemas.openxmlformats.org/officeDocument/2006/relationships/image" Target="/ppt/media/image195.svg" Id="Rdc83d140b7884924" /><Relationship Type="http://schemas.openxmlformats.org/officeDocument/2006/relationships/image" Target="/ppt/media/image218.png" Id="Rdaed250fedaf4115" /><Relationship Type="http://schemas.openxmlformats.org/officeDocument/2006/relationships/image" Target="/ppt/media/image196.svg" Id="Rd35003dcd3ea4563" /><Relationship Type="http://schemas.openxmlformats.org/officeDocument/2006/relationships/image" Target="/ppt/media/image219.png" Id="Rec6d17b281324641" /><Relationship Type="http://schemas.openxmlformats.org/officeDocument/2006/relationships/image" Target="/ppt/media/image197.svg" Id="R6729790cb02a4b8c" /><Relationship Type="http://schemas.openxmlformats.org/officeDocument/2006/relationships/image" Target="/ppt/media/image220.png" Id="R6ed36ba12b3b4193" /><Relationship Type="http://schemas.openxmlformats.org/officeDocument/2006/relationships/image" Target="/ppt/media/image198.svg" Id="Ra05b54f2265245c4" /><Relationship Type="http://schemas.openxmlformats.org/officeDocument/2006/relationships/image" Target="/ppt/media/image221.png" Id="Rc67f13eb507245ef" /><Relationship Type="http://schemas.openxmlformats.org/officeDocument/2006/relationships/image" Target="/ppt/media/image199.svg" Id="R2048d7a09f324a6f" /><Relationship Type="http://schemas.openxmlformats.org/officeDocument/2006/relationships/image" Target="/ppt/media/image222.png" Id="R8d471a1e0b05491b" /><Relationship Type="http://schemas.openxmlformats.org/officeDocument/2006/relationships/image" Target="/ppt/media/image200.svg" Id="R06369f58fd18436d" /><Relationship Type="http://schemas.openxmlformats.org/officeDocument/2006/relationships/image" Target="/ppt/media/image223.png" Id="Rc5d8ca2033c24a59" /><Relationship Type="http://schemas.openxmlformats.org/officeDocument/2006/relationships/image" Target="/ppt/media/image201.svg" Id="R18e665c2e7ef4569" /><Relationship Type="http://schemas.openxmlformats.org/officeDocument/2006/relationships/image" Target="/ppt/media/image224.png" Id="R4a83991c905d4dcc" /><Relationship Type="http://schemas.openxmlformats.org/officeDocument/2006/relationships/image" Target="/ppt/media/image202.svg" Id="R8151107e590a4460" /><Relationship Type="http://schemas.openxmlformats.org/officeDocument/2006/relationships/image" Target="/ppt/media/image225.png" Id="Rffdccafb5f48447c" /><Relationship Type="http://schemas.openxmlformats.org/officeDocument/2006/relationships/image" Target="/ppt/media/image203.svg" Id="R365aacae82d04929" /><Relationship Type="http://schemas.openxmlformats.org/officeDocument/2006/relationships/image" Target="/ppt/media/image226.png" Id="Rf3117f725ee44f5f" /><Relationship Type="http://schemas.openxmlformats.org/officeDocument/2006/relationships/image" Target="/ppt/media/image204.svg" Id="Rde0cdb9fe69640bd" /><Relationship Type="http://schemas.openxmlformats.org/officeDocument/2006/relationships/image" Target="/ppt/media/image227.png" Id="R80bb362e496f4c3d" /><Relationship Type="http://schemas.openxmlformats.org/officeDocument/2006/relationships/image" Target="/ppt/media/image205.svg" Id="R417ab8a6185e4718" /><Relationship Type="http://schemas.openxmlformats.org/officeDocument/2006/relationships/image" Target="/ppt/media/image228.png" Id="R12133237b2b3455f" /><Relationship Type="http://schemas.openxmlformats.org/officeDocument/2006/relationships/image" Target="/ppt/media/image206.svg" Id="R5d403824c9454394" /><Relationship Type="http://schemas.openxmlformats.org/officeDocument/2006/relationships/image" Target="/ppt/media/image229.png" Id="R37556e363fd64c64" /><Relationship Type="http://schemas.openxmlformats.org/officeDocument/2006/relationships/image" Target="/ppt/media/image207.svg" Id="R5fdd2017404e4a27" /><Relationship Type="http://schemas.openxmlformats.org/officeDocument/2006/relationships/image" Target="/ppt/media/image230.png" Id="Ra4938624ffc64373" /><Relationship Type="http://schemas.openxmlformats.org/officeDocument/2006/relationships/image" Target="/ppt/media/image208.svg" Id="R64ea89ec2ae2493b" /><Relationship Type="http://schemas.openxmlformats.org/officeDocument/2006/relationships/image" Target="/ppt/media/image231.png" Id="R86eff609787447ff" /><Relationship Type="http://schemas.openxmlformats.org/officeDocument/2006/relationships/image" Target="/ppt/media/image209.svg" Id="R89d21d8f27084aa1" /><Relationship Type="http://schemas.openxmlformats.org/officeDocument/2006/relationships/notesSlide" Target="/ppt/notesSlides/notesSlide11.xml" Id="Rbddf6537026d4f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993ad5e324452" /><Relationship Type="http://schemas.openxmlformats.org/officeDocument/2006/relationships/image" Target="/ppt/media/image232.png" Id="R4ee125205e9543ff" /><Relationship Type="http://schemas.openxmlformats.org/officeDocument/2006/relationships/image" Target="/ppt/media/image233.png" Id="Re422c127eb914d00" /><Relationship Type="http://schemas.openxmlformats.org/officeDocument/2006/relationships/image" Target="/ppt/media/image234.png" Id="R8787bf95f9624b67" /><Relationship Type="http://schemas.openxmlformats.org/officeDocument/2006/relationships/image" Target="/ppt/media/image210.svg" Id="Rb7d0311c317a44b3" /><Relationship Type="http://schemas.openxmlformats.org/officeDocument/2006/relationships/image" Target="/ppt/media/image235.png" Id="Rb2a9bd5c73ca4a74" /><Relationship Type="http://schemas.openxmlformats.org/officeDocument/2006/relationships/image" Target="/ppt/media/image211.svg" Id="Rd4f576fbb632452f" /><Relationship Type="http://schemas.openxmlformats.org/officeDocument/2006/relationships/image" Target="/ppt/media/image236.png" Id="R7831b629f1a543dd" /><Relationship Type="http://schemas.openxmlformats.org/officeDocument/2006/relationships/image" Target="/ppt/media/image212.svg" Id="R555b2340dc9f44a0" /><Relationship Type="http://schemas.openxmlformats.org/officeDocument/2006/relationships/image" Target="/ppt/media/image237.png" Id="R84dd306a68594c88" /><Relationship Type="http://schemas.openxmlformats.org/officeDocument/2006/relationships/image" Target="/ppt/media/image213.svg" Id="Rc74525fdf5f04bc9" /><Relationship Type="http://schemas.openxmlformats.org/officeDocument/2006/relationships/image" Target="/ppt/media/image238.png" Id="R5409ceed76be4ba5" /><Relationship Type="http://schemas.openxmlformats.org/officeDocument/2006/relationships/image" Target="/ppt/media/image214.svg" Id="R9233a2694dd743de" /><Relationship Type="http://schemas.openxmlformats.org/officeDocument/2006/relationships/image" Target="/ppt/media/image239.png" Id="R2cdf29139b374f34" /><Relationship Type="http://schemas.openxmlformats.org/officeDocument/2006/relationships/image" Target="/ppt/media/image215.svg" Id="R48c2fb0f44414649" /><Relationship Type="http://schemas.openxmlformats.org/officeDocument/2006/relationships/image" Target="/ppt/media/image240.png" Id="R1cdda1033df04b11" /><Relationship Type="http://schemas.openxmlformats.org/officeDocument/2006/relationships/image" Target="/ppt/media/image216.svg" Id="Rd7632de7366147a5" /><Relationship Type="http://schemas.openxmlformats.org/officeDocument/2006/relationships/image" Target="/ppt/media/image241.png" Id="Re84795bd06eb498a" /><Relationship Type="http://schemas.openxmlformats.org/officeDocument/2006/relationships/image" Target="/ppt/media/image217.svg" Id="R50f4050c8dba4401" /><Relationship Type="http://schemas.openxmlformats.org/officeDocument/2006/relationships/image" Target="/ppt/media/image242.png" Id="R56d34783ab3a49c4" /><Relationship Type="http://schemas.openxmlformats.org/officeDocument/2006/relationships/image" Target="/ppt/media/image218.svg" Id="R7dbacd4c09f248ca" /><Relationship Type="http://schemas.openxmlformats.org/officeDocument/2006/relationships/image" Target="/ppt/media/image243.png" Id="R9f09a13021304d99" /><Relationship Type="http://schemas.openxmlformats.org/officeDocument/2006/relationships/image" Target="/ppt/media/image219.svg" Id="R26ee643bea1a43e1" /><Relationship Type="http://schemas.openxmlformats.org/officeDocument/2006/relationships/image" Target="/ppt/media/image244.png" Id="Re45a44957a2c413a" /><Relationship Type="http://schemas.openxmlformats.org/officeDocument/2006/relationships/image" Target="/ppt/media/image220.svg" Id="R9a612b5dc6bc403d" /><Relationship Type="http://schemas.openxmlformats.org/officeDocument/2006/relationships/image" Target="/ppt/media/image245.png" Id="R7434c381f2cb4fca" /><Relationship Type="http://schemas.openxmlformats.org/officeDocument/2006/relationships/image" Target="/ppt/media/image221.svg" Id="Ra853878a1d714155" /><Relationship Type="http://schemas.openxmlformats.org/officeDocument/2006/relationships/image" Target="/ppt/media/image246.png" Id="R1c35d611e6ec4a0e" /><Relationship Type="http://schemas.openxmlformats.org/officeDocument/2006/relationships/image" Target="/ppt/media/image222.svg" Id="R5b67c300b98841c5" /><Relationship Type="http://schemas.openxmlformats.org/officeDocument/2006/relationships/image" Target="/ppt/media/image247.png" Id="R8bb8b1d7706d437b" /><Relationship Type="http://schemas.openxmlformats.org/officeDocument/2006/relationships/image" Target="/ppt/media/image223.svg" Id="R65655ebf96174132" /><Relationship Type="http://schemas.openxmlformats.org/officeDocument/2006/relationships/image" Target="/ppt/media/image248.png" Id="Recc4e877efd948b7" /><Relationship Type="http://schemas.openxmlformats.org/officeDocument/2006/relationships/image" Target="/ppt/media/image224.svg" Id="Rcca0fc307c1b4a40" /><Relationship Type="http://schemas.openxmlformats.org/officeDocument/2006/relationships/image" Target="/ppt/media/image249.png" Id="Ra35cd6d7a4194e3b" /><Relationship Type="http://schemas.openxmlformats.org/officeDocument/2006/relationships/image" Target="/ppt/media/image225.svg" Id="R8ab4d0e53d9e4c65" /><Relationship Type="http://schemas.openxmlformats.org/officeDocument/2006/relationships/image" Target="/ppt/media/image250.png" Id="Rbb73273b839e48fb" /><Relationship Type="http://schemas.openxmlformats.org/officeDocument/2006/relationships/image" Target="/ppt/media/image226.svg" Id="R5e7990bedcb94051" /><Relationship Type="http://schemas.openxmlformats.org/officeDocument/2006/relationships/image" Target="/ppt/media/image251.png" Id="Rf9d17d617ab8437b" /><Relationship Type="http://schemas.openxmlformats.org/officeDocument/2006/relationships/image" Target="/ppt/media/image227.svg" Id="Raac8883725fe4d61" /><Relationship Type="http://schemas.openxmlformats.org/officeDocument/2006/relationships/image" Target="/ppt/media/image252.png" Id="Rd25011733be5469c" /><Relationship Type="http://schemas.openxmlformats.org/officeDocument/2006/relationships/image" Target="/ppt/media/image228.svg" Id="R4effd974e2334680" /><Relationship Type="http://schemas.openxmlformats.org/officeDocument/2006/relationships/notesSlide" Target="/ppt/notesSlides/notesSlide12.xml" Id="R4c618468fa2d47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425ed0a8c480f" /><Relationship Type="http://schemas.openxmlformats.org/officeDocument/2006/relationships/image" Target="/ppt/media/image253.png" Id="R64bcd5acda6a4e6f" /><Relationship Type="http://schemas.openxmlformats.org/officeDocument/2006/relationships/image" Target="/ppt/media/image254.png" Id="R707229cc14264fe0" /><Relationship Type="http://schemas.openxmlformats.org/officeDocument/2006/relationships/image" Target="/ppt/media/image255.png" Id="R927fdc0e05794afd" /><Relationship Type="http://schemas.openxmlformats.org/officeDocument/2006/relationships/image" Target="/ppt/media/image229.svg" Id="R97bc6402d20a426f" /><Relationship Type="http://schemas.openxmlformats.org/officeDocument/2006/relationships/image" Target="/ppt/media/image256.png" Id="R7fc544681a4648fd" /><Relationship Type="http://schemas.openxmlformats.org/officeDocument/2006/relationships/image" Target="/ppt/media/image230.svg" Id="Reb4f6f1800464a6b" /><Relationship Type="http://schemas.openxmlformats.org/officeDocument/2006/relationships/image" Target="/ppt/media/image257.png" Id="R3ff25ed0f93a4826" /><Relationship Type="http://schemas.openxmlformats.org/officeDocument/2006/relationships/image" Target="/ppt/media/image231.svg" Id="R78d46fc991ce4287" /><Relationship Type="http://schemas.openxmlformats.org/officeDocument/2006/relationships/image" Target="/ppt/media/image258.png" Id="Ra2d1b566cb5d4f83" /><Relationship Type="http://schemas.openxmlformats.org/officeDocument/2006/relationships/image" Target="/ppt/media/image232.svg" Id="R56f4bb159c25493c" /><Relationship Type="http://schemas.openxmlformats.org/officeDocument/2006/relationships/image" Target="/ppt/media/image259.png" Id="Rc91eac7e992d480e" /><Relationship Type="http://schemas.openxmlformats.org/officeDocument/2006/relationships/image" Target="/ppt/media/image233.svg" Id="Rca09277dc113410a" /><Relationship Type="http://schemas.openxmlformats.org/officeDocument/2006/relationships/image" Target="/ppt/media/image260.png" Id="Rf81d893da914468e" /><Relationship Type="http://schemas.openxmlformats.org/officeDocument/2006/relationships/image" Target="/ppt/media/image234.svg" Id="Rff23a832902542ef" /><Relationship Type="http://schemas.openxmlformats.org/officeDocument/2006/relationships/image" Target="/ppt/media/image261.png" Id="Rd184911a2e404e66" /><Relationship Type="http://schemas.openxmlformats.org/officeDocument/2006/relationships/image" Target="/ppt/media/image235.svg" Id="R5b0c9a8ccadf48ab" /><Relationship Type="http://schemas.openxmlformats.org/officeDocument/2006/relationships/image" Target="/ppt/media/image262.png" Id="R517398df8c9b4c77" /><Relationship Type="http://schemas.openxmlformats.org/officeDocument/2006/relationships/image" Target="/ppt/media/image236.svg" Id="Rf462e936a8634b36" /><Relationship Type="http://schemas.openxmlformats.org/officeDocument/2006/relationships/image" Target="/ppt/media/image263.png" Id="R02bec3bf556f469d" /><Relationship Type="http://schemas.openxmlformats.org/officeDocument/2006/relationships/image" Target="/ppt/media/image237.svg" Id="R4830818fe3e745e2" /><Relationship Type="http://schemas.openxmlformats.org/officeDocument/2006/relationships/image" Target="/ppt/media/image264.png" Id="Rc4ba31e788384e59" /><Relationship Type="http://schemas.openxmlformats.org/officeDocument/2006/relationships/image" Target="/ppt/media/image238.svg" Id="Rf2a69653dbbe4f1d" /><Relationship Type="http://schemas.openxmlformats.org/officeDocument/2006/relationships/image" Target="/ppt/media/image265.png" Id="Ra50ee2680715465e" /><Relationship Type="http://schemas.openxmlformats.org/officeDocument/2006/relationships/image" Target="/ppt/media/image239.svg" Id="R2d1a8b7c586043a6" /><Relationship Type="http://schemas.openxmlformats.org/officeDocument/2006/relationships/image" Target="/ppt/media/image266.png" Id="R1ea4392bc28240ba" /><Relationship Type="http://schemas.openxmlformats.org/officeDocument/2006/relationships/image" Target="/ppt/media/image240.svg" Id="R5dd5502bbfd246fc" /><Relationship Type="http://schemas.openxmlformats.org/officeDocument/2006/relationships/image" Target="/ppt/media/image267.png" Id="R4d519b94eb79497b" /><Relationship Type="http://schemas.openxmlformats.org/officeDocument/2006/relationships/image" Target="/ppt/media/image241.svg" Id="R38048f7663ee442f" /><Relationship Type="http://schemas.openxmlformats.org/officeDocument/2006/relationships/image" Target="/ppt/media/image268.png" Id="R6baf9ede8c5c4878" /><Relationship Type="http://schemas.openxmlformats.org/officeDocument/2006/relationships/image" Target="/ppt/media/image242.svg" Id="Rcaf4040f90384509" /><Relationship Type="http://schemas.openxmlformats.org/officeDocument/2006/relationships/image" Target="/ppt/media/image269.png" Id="R3ccab5f470b345e1" /><Relationship Type="http://schemas.openxmlformats.org/officeDocument/2006/relationships/image" Target="/ppt/media/image243.svg" Id="R0a719ea3a4c743db" /><Relationship Type="http://schemas.openxmlformats.org/officeDocument/2006/relationships/image" Target="/ppt/media/image270.png" Id="R86230526cea6450f" /><Relationship Type="http://schemas.openxmlformats.org/officeDocument/2006/relationships/image" Target="/ppt/media/image244.svg" Id="Rf9bc43c1c33b4974" /><Relationship Type="http://schemas.openxmlformats.org/officeDocument/2006/relationships/image" Target="/ppt/media/image271.png" Id="Rbc4fd22255f74d69" /><Relationship Type="http://schemas.openxmlformats.org/officeDocument/2006/relationships/image" Target="/ppt/media/image245.svg" Id="R80a5b9b4c69541e7" /><Relationship Type="http://schemas.openxmlformats.org/officeDocument/2006/relationships/image" Target="/ppt/media/image272.png" Id="R7e3eec03cc124294" /><Relationship Type="http://schemas.openxmlformats.org/officeDocument/2006/relationships/image" Target="/ppt/media/image246.svg" Id="Rf5fed43c3a614641" /><Relationship Type="http://schemas.openxmlformats.org/officeDocument/2006/relationships/image" Target="/ppt/media/image273.png" Id="R034485ddc4304007" /><Relationship Type="http://schemas.openxmlformats.org/officeDocument/2006/relationships/image" Target="/ppt/media/image247.svg" Id="R3825c3e5a1214725" /><Relationship Type="http://schemas.openxmlformats.org/officeDocument/2006/relationships/notesSlide" Target="/ppt/notesSlides/notesSlide13.xml" Id="R939d7d3757c1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80fdf947a43f4" /><Relationship Type="http://schemas.openxmlformats.org/officeDocument/2006/relationships/image" Target="/ppt/media/image274.png" Id="R6bee6abe89f64a0c" /><Relationship Type="http://schemas.openxmlformats.org/officeDocument/2006/relationships/image" Target="/ppt/media/image275.png" Id="Rd4f6512653f44965" /><Relationship Type="http://schemas.openxmlformats.org/officeDocument/2006/relationships/image" Target="/ppt/media/image276.png" Id="R468417a571b14a37" /><Relationship Type="http://schemas.openxmlformats.org/officeDocument/2006/relationships/image" Target="/ppt/media/image248.svg" Id="Reb2c19bf1220433b" /><Relationship Type="http://schemas.openxmlformats.org/officeDocument/2006/relationships/image" Target="/ppt/media/image277.png" Id="R96baa4711d474db2" /><Relationship Type="http://schemas.openxmlformats.org/officeDocument/2006/relationships/image" Target="/ppt/media/image249.svg" Id="Re13a0647333d44f9" /><Relationship Type="http://schemas.openxmlformats.org/officeDocument/2006/relationships/image" Target="/ppt/media/image278.png" Id="R69c0229a8ba749df" /><Relationship Type="http://schemas.openxmlformats.org/officeDocument/2006/relationships/image" Target="/ppt/media/image250.svg" Id="R0bec2ada984744c7" /><Relationship Type="http://schemas.openxmlformats.org/officeDocument/2006/relationships/image" Target="/ppt/media/image279.png" Id="Ra4ebd9b3eaa24f97" /><Relationship Type="http://schemas.openxmlformats.org/officeDocument/2006/relationships/image" Target="/ppt/media/image251.svg" Id="R618fd7f78afd4c82" /><Relationship Type="http://schemas.openxmlformats.org/officeDocument/2006/relationships/image" Target="/ppt/media/image280.png" Id="R270a057adfa1473c" /><Relationship Type="http://schemas.openxmlformats.org/officeDocument/2006/relationships/image" Target="/ppt/media/image252.svg" Id="R1f5ead3d463f46ea" /><Relationship Type="http://schemas.openxmlformats.org/officeDocument/2006/relationships/image" Target="/ppt/media/image281.png" Id="Rd81956eb2600448b" /><Relationship Type="http://schemas.openxmlformats.org/officeDocument/2006/relationships/image" Target="/ppt/media/image253.svg" Id="R8f308e6e82e249f3" /><Relationship Type="http://schemas.openxmlformats.org/officeDocument/2006/relationships/image" Target="/ppt/media/image282.png" Id="R97e43e6fe0274b35" /><Relationship Type="http://schemas.openxmlformats.org/officeDocument/2006/relationships/image" Target="/ppt/media/image254.svg" Id="Radeaa800e4414a21" /><Relationship Type="http://schemas.openxmlformats.org/officeDocument/2006/relationships/image" Target="/ppt/media/image283.png" Id="R75640674470443aa" /><Relationship Type="http://schemas.openxmlformats.org/officeDocument/2006/relationships/image" Target="/ppt/media/image255.svg" Id="Rc881b6ca9d0448af" /><Relationship Type="http://schemas.openxmlformats.org/officeDocument/2006/relationships/image" Target="/ppt/media/image284.png" Id="R0ebdf6880a044f85" /><Relationship Type="http://schemas.openxmlformats.org/officeDocument/2006/relationships/image" Target="/ppt/media/image256.svg" Id="R340ec4bb87f14d39" /><Relationship Type="http://schemas.openxmlformats.org/officeDocument/2006/relationships/image" Target="/ppt/media/image285.png" Id="Re0fc243d9e534a80" /><Relationship Type="http://schemas.openxmlformats.org/officeDocument/2006/relationships/image" Target="/ppt/media/image257.svg" Id="R7b39b72af1824505" /><Relationship Type="http://schemas.openxmlformats.org/officeDocument/2006/relationships/image" Target="/ppt/media/image286.png" Id="Rb676f21fb3b94b78" /><Relationship Type="http://schemas.openxmlformats.org/officeDocument/2006/relationships/image" Target="/ppt/media/image258.svg" Id="R67db8ae0800d416b" /><Relationship Type="http://schemas.openxmlformats.org/officeDocument/2006/relationships/image" Target="/ppt/media/image287.png" Id="Rc60dbc5a16524b93" /><Relationship Type="http://schemas.openxmlformats.org/officeDocument/2006/relationships/image" Target="/ppt/media/image259.svg" Id="R8ea2f862844f4e62" /><Relationship Type="http://schemas.openxmlformats.org/officeDocument/2006/relationships/image" Target="/ppt/media/image288.png" Id="R9f3019e320274a01" /><Relationship Type="http://schemas.openxmlformats.org/officeDocument/2006/relationships/image" Target="/ppt/media/image260.svg" Id="R32b3c69e31e042f7" /><Relationship Type="http://schemas.openxmlformats.org/officeDocument/2006/relationships/image" Target="/ppt/media/image289.png" Id="R58df13b914b147ee" /><Relationship Type="http://schemas.openxmlformats.org/officeDocument/2006/relationships/image" Target="/ppt/media/image261.svg" Id="R0939a2616bb74da3" /><Relationship Type="http://schemas.openxmlformats.org/officeDocument/2006/relationships/image" Target="/ppt/media/image290.png" Id="R70f783266e714fe0" /><Relationship Type="http://schemas.openxmlformats.org/officeDocument/2006/relationships/image" Target="/ppt/media/image262.svg" Id="R05e4dfa4eeb14d2b" /><Relationship Type="http://schemas.openxmlformats.org/officeDocument/2006/relationships/image" Target="/ppt/media/image291.png" Id="R9180f9250a364135" /><Relationship Type="http://schemas.openxmlformats.org/officeDocument/2006/relationships/image" Target="/ppt/media/image263.svg" Id="R876f0608351740ea" /><Relationship Type="http://schemas.openxmlformats.org/officeDocument/2006/relationships/image" Target="/ppt/media/image292.png" Id="R21f92e19d27e40fc" /><Relationship Type="http://schemas.openxmlformats.org/officeDocument/2006/relationships/image" Target="/ppt/media/image264.svg" Id="R745225462a884aac" /><Relationship Type="http://schemas.openxmlformats.org/officeDocument/2006/relationships/image" Target="/ppt/media/image293.png" Id="Rd1fbe94212f84ec8" /><Relationship Type="http://schemas.openxmlformats.org/officeDocument/2006/relationships/image" Target="/ppt/media/image265.svg" Id="R1042dce01cef4aa8" /><Relationship Type="http://schemas.openxmlformats.org/officeDocument/2006/relationships/image" Target="/ppt/media/image294.png" Id="Rc4d4395f3e31480f" /><Relationship Type="http://schemas.openxmlformats.org/officeDocument/2006/relationships/image" Target="/ppt/media/image266.svg" Id="Rf7308bbb74e445cb" /><Relationship Type="http://schemas.openxmlformats.org/officeDocument/2006/relationships/notesSlide" Target="/ppt/notesSlides/notesSlide14.xml" Id="Re5c1108e46fc40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c5f16942b4499" /><Relationship Type="http://schemas.openxmlformats.org/officeDocument/2006/relationships/image" Target="/ppt/media/image295.png" Id="R54f1096fd3324090" /><Relationship Type="http://schemas.openxmlformats.org/officeDocument/2006/relationships/image" Target="/ppt/media/image296.png" Id="Rcfa42a69ce6b41d5" /><Relationship Type="http://schemas.openxmlformats.org/officeDocument/2006/relationships/image" Target="/ppt/media/image297.png" Id="Rbdb9fc727a094fe9" /><Relationship Type="http://schemas.openxmlformats.org/officeDocument/2006/relationships/image" Target="/ppt/media/image267.svg" Id="R058cc2168de842c5" /><Relationship Type="http://schemas.openxmlformats.org/officeDocument/2006/relationships/image" Target="/ppt/media/image298.png" Id="Ra4d7bd84503b4d56" /><Relationship Type="http://schemas.openxmlformats.org/officeDocument/2006/relationships/image" Target="/ppt/media/image268.svg" Id="R7b9ffedfdd58424f" /><Relationship Type="http://schemas.openxmlformats.org/officeDocument/2006/relationships/image" Target="/ppt/media/image299.png" Id="Rbdb30f6a50284fe7" /><Relationship Type="http://schemas.openxmlformats.org/officeDocument/2006/relationships/image" Target="/ppt/media/image269.svg" Id="R9c40929bfde74787" /><Relationship Type="http://schemas.openxmlformats.org/officeDocument/2006/relationships/image" Target="/ppt/media/image300.png" Id="Re8b822f36ce14434" /><Relationship Type="http://schemas.openxmlformats.org/officeDocument/2006/relationships/image" Target="/ppt/media/image270.svg" Id="R3edff50eb7ab4e0a" /><Relationship Type="http://schemas.openxmlformats.org/officeDocument/2006/relationships/image" Target="/ppt/media/image301.png" Id="Rc2298b32a1bd4a41" /><Relationship Type="http://schemas.openxmlformats.org/officeDocument/2006/relationships/image" Target="/ppt/media/image271.svg" Id="R1c7a119a34b2434b" /><Relationship Type="http://schemas.openxmlformats.org/officeDocument/2006/relationships/image" Target="/ppt/media/image302.png" Id="R8d5b343866d94493" /><Relationship Type="http://schemas.openxmlformats.org/officeDocument/2006/relationships/image" Target="/ppt/media/image272.svg" Id="Rcc3ac2bc26784a04" /><Relationship Type="http://schemas.openxmlformats.org/officeDocument/2006/relationships/image" Target="/ppt/media/image303.png" Id="Rf857676270c44059" /><Relationship Type="http://schemas.openxmlformats.org/officeDocument/2006/relationships/image" Target="/ppt/media/image273.svg" Id="Rdc2773fd504e4fc7" /><Relationship Type="http://schemas.openxmlformats.org/officeDocument/2006/relationships/image" Target="/ppt/media/image304.png" Id="R15a907d3cd234b01" /><Relationship Type="http://schemas.openxmlformats.org/officeDocument/2006/relationships/image" Target="/ppt/media/image274.svg" Id="R477bf9609b6c4776" /><Relationship Type="http://schemas.openxmlformats.org/officeDocument/2006/relationships/image" Target="/ppt/media/image305.png" Id="R2411b7cef818435a" /><Relationship Type="http://schemas.openxmlformats.org/officeDocument/2006/relationships/image" Target="/ppt/media/image275.svg" Id="R6a9fa0351ff942d2" /><Relationship Type="http://schemas.openxmlformats.org/officeDocument/2006/relationships/image" Target="/ppt/media/image306.png" Id="Re7c22e302c694673" /><Relationship Type="http://schemas.openxmlformats.org/officeDocument/2006/relationships/image" Target="/ppt/media/image276.svg" Id="R16dd8c37ff054493" /><Relationship Type="http://schemas.openxmlformats.org/officeDocument/2006/relationships/image" Target="/ppt/media/image307.png" Id="R8f1fb6f8983f4adf" /><Relationship Type="http://schemas.openxmlformats.org/officeDocument/2006/relationships/image" Target="/ppt/media/image277.svg" Id="R026fee053e034b1a" /><Relationship Type="http://schemas.openxmlformats.org/officeDocument/2006/relationships/image" Target="/ppt/media/image308.png" Id="R9ee8bc337c8048e6" /><Relationship Type="http://schemas.openxmlformats.org/officeDocument/2006/relationships/image" Target="/ppt/media/image278.svg" Id="Ra4b4f14080aa4bc3" /><Relationship Type="http://schemas.openxmlformats.org/officeDocument/2006/relationships/image" Target="/ppt/media/image309.png" Id="Rd2bfd6aa74a04a35" /><Relationship Type="http://schemas.openxmlformats.org/officeDocument/2006/relationships/image" Target="/ppt/media/image279.svg" Id="R178c68acb76a48d2" /><Relationship Type="http://schemas.openxmlformats.org/officeDocument/2006/relationships/image" Target="/ppt/media/image310.png" Id="R35043400cea94dfc" /><Relationship Type="http://schemas.openxmlformats.org/officeDocument/2006/relationships/image" Target="/ppt/media/image280.svg" Id="R84bed18426744667" /><Relationship Type="http://schemas.openxmlformats.org/officeDocument/2006/relationships/image" Target="/ppt/media/image311.png" Id="Re60d08e2acd04463" /><Relationship Type="http://schemas.openxmlformats.org/officeDocument/2006/relationships/image" Target="/ppt/media/image281.svg" Id="Rb763702247564315" /><Relationship Type="http://schemas.openxmlformats.org/officeDocument/2006/relationships/image" Target="/ppt/media/image312.png" Id="R7631bf245ff44fca" /><Relationship Type="http://schemas.openxmlformats.org/officeDocument/2006/relationships/image" Target="/ppt/media/image282.svg" Id="R45c50de8f36844f5" /><Relationship Type="http://schemas.openxmlformats.org/officeDocument/2006/relationships/image" Target="/ppt/media/image313.png" Id="R98a6055a7d0f497d" /><Relationship Type="http://schemas.openxmlformats.org/officeDocument/2006/relationships/image" Target="/ppt/media/image283.svg" Id="Rbf8f86e319824722" /><Relationship Type="http://schemas.openxmlformats.org/officeDocument/2006/relationships/image" Target="/ppt/media/image314.png" Id="R144615d2db7f4320" /><Relationship Type="http://schemas.openxmlformats.org/officeDocument/2006/relationships/image" Target="/ppt/media/image284.svg" Id="R15d4b6d8ad9a46e8" /><Relationship Type="http://schemas.openxmlformats.org/officeDocument/2006/relationships/image" Target="/ppt/media/image315.png" Id="R0ee9d0f991ea4c91" /><Relationship Type="http://schemas.openxmlformats.org/officeDocument/2006/relationships/image" Target="/ppt/media/image285.svg" Id="Rca2c0e4e44cf4e81" /><Relationship Type="http://schemas.openxmlformats.org/officeDocument/2006/relationships/notesSlide" Target="/ppt/notesSlides/notesSlide15.xml" Id="Ref4e72e9ec6941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3aaf66e22456e" /><Relationship Type="http://schemas.openxmlformats.org/officeDocument/2006/relationships/image" Target="/ppt/media/image316.png" Id="Rf3e170380a904fa1" /><Relationship Type="http://schemas.openxmlformats.org/officeDocument/2006/relationships/image" Target="/ppt/media/image317.png" Id="Re1d06439f2fa4cbf" /><Relationship Type="http://schemas.openxmlformats.org/officeDocument/2006/relationships/image" Target="/ppt/media/image318.png" Id="R34fae7304e4a485a" /><Relationship Type="http://schemas.openxmlformats.org/officeDocument/2006/relationships/image" Target="/ppt/media/image286.svg" Id="Rb1e48cbff03443e0" /><Relationship Type="http://schemas.openxmlformats.org/officeDocument/2006/relationships/image" Target="/ppt/media/image319.png" Id="Rac490f313961449c" /><Relationship Type="http://schemas.openxmlformats.org/officeDocument/2006/relationships/image" Target="/ppt/media/image287.svg" Id="Rd340285438044d1b" /><Relationship Type="http://schemas.openxmlformats.org/officeDocument/2006/relationships/image" Target="/ppt/media/image320.png" Id="Reecd72b0882442ba" /><Relationship Type="http://schemas.openxmlformats.org/officeDocument/2006/relationships/image" Target="/ppt/media/image288.svg" Id="R35ee73993fa7431f" /><Relationship Type="http://schemas.openxmlformats.org/officeDocument/2006/relationships/image" Target="/ppt/media/image321.png" Id="Rdf2094d735364db9" /><Relationship Type="http://schemas.openxmlformats.org/officeDocument/2006/relationships/image" Target="/ppt/media/image289.svg" Id="Rb081234e81fa4cfe" /><Relationship Type="http://schemas.openxmlformats.org/officeDocument/2006/relationships/image" Target="/ppt/media/image322.png" Id="Rebbd9fc79b1048fc" /><Relationship Type="http://schemas.openxmlformats.org/officeDocument/2006/relationships/image" Target="/ppt/media/image290.svg" Id="Rccc687a624c84db3" /><Relationship Type="http://schemas.openxmlformats.org/officeDocument/2006/relationships/image" Target="/ppt/media/image323.png" Id="Re4e1f2d3d4c148fc" /><Relationship Type="http://schemas.openxmlformats.org/officeDocument/2006/relationships/image" Target="/ppt/media/image291.svg" Id="R6e00facf86ba40c5" /><Relationship Type="http://schemas.openxmlformats.org/officeDocument/2006/relationships/image" Target="/ppt/media/image324.png" Id="R565c0511aeb442d1" /><Relationship Type="http://schemas.openxmlformats.org/officeDocument/2006/relationships/image" Target="/ppt/media/image292.svg" Id="Raf8d1eba110c47aa" /><Relationship Type="http://schemas.openxmlformats.org/officeDocument/2006/relationships/image" Target="/ppt/media/image325.png" Id="R8b2ada4aa8e44e3a" /><Relationship Type="http://schemas.openxmlformats.org/officeDocument/2006/relationships/image" Target="/ppt/media/image293.svg" Id="Rf91fb14788704b41" /><Relationship Type="http://schemas.openxmlformats.org/officeDocument/2006/relationships/image" Target="/ppt/media/image326.png" Id="Rd5732df4a0a940aa" /><Relationship Type="http://schemas.openxmlformats.org/officeDocument/2006/relationships/image" Target="/ppt/media/image294.svg" Id="Ra47c8d513ad24290" /><Relationship Type="http://schemas.openxmlformats.org/officeDocument/2006/relationships/image" Target="/ppt/media/image327.png" Id="R780013864348421e" /><Relationship Type="http://schemas.openxmlformats.org/officeDocument/2006/relationships/image" Target="/ppt/media/image295.svg" Id="Rec2a1c88242c40d2" /><Relationship Type="http://schemas.openxmlformats.org/officeDocument/2006/relationships/image" Target="/ppt/media/image328.png" Id="R1035f81d50204f47" /><Relationship Type="http://schemas.openxmlformats.org/officeDocument/2006/relationships/image" Target="/ppt/media/image296.svg" Id="R82dfb6fd6fb34ac2" /><Relationship Type="http://schemas.openxmlformats.org/officeDocument/2006/relationships/image" Target="/ppt/media/image329.png" Id="Recd0213b076740a4" /><Relationship Type="http://schemas.openxmlformats.org/officeDocument/2006/relationships/image" Target="/ppt/media/image297.svg" Id="Re1e9c072dea844e7" /><Relationship Type="http://schemas.openxmlformats.org/officeDocument/2006/relationships/image" Target="/ppt/media/image330.png" Id="R5544fd63d10843bc" /><Relationship Type="http://schemas.openxmlformats.org/officeDocument/2006/relationships/image" Target="/ppt/media/image298.svg" Id="R7cb0675faa134462" /><Relationship Type="http://schemas.openxmlformats.org/officeDocument/2006/relationships/image" Target="/ppt/media/image331.png" Id="R2c1d59b396bc49a2" /><Relationship Type="http://schemas.openxmlformats.org/officeDocument/2006/relationships/image" Target="/ppt/media/image299.svg" Id="R1efadab81fb447e7" /><Relationship Type="http://schemas.openxmlformats.org/officeDocument/2006/relationships/image" Target="/ppt/media/image332.png" Id="Rfd1a335d2c6c4380" /><Relationship Type="http://schemas.openxmlformats.org/officeDocument/2006/relationships/image" Target="/ppt/media/image300.svg" Id="R2214ac47306c4d40" /><Relationship Type="http://schemas.openxmlformats.org/officeDocument/2006/relationships/image" Target="/ppt/media/image333.png" Id="R555cf8bce8bf4e24" /><Relationship Type="http://schemas.openxmlformats.org/officeDocument/2006/relationships/image" Target="/ppt/media/image301.svg" Id="R596663e0518e4eb9" /><Relationship Type="http://schemas.openxmlformats.org/officeDocument/2006/relationships/image" Target="/ppt/media/image334.png" Id="R2640b62ef8dc4056" /><Relationship Type="http://schemas.openxmlformats.org/officeDocument/2006/relationships/image" Target="/ppt/media/image302.svg" Id="R5884b5b3485f4ed7" /><Relationship Type="http://schemas.openxmlformats.org/officeDocument/2006/relationships/image" Target="/ppt/media/image335.png" Id="R85d6326de8484cf0" /><Relationship Type="http://schemas.openxmlformats.org/officeDocument/2006/relationships/image" Target="/ppt/media/image303.svg" Id="R959869717bc248e3" /><Relationship Type="http://schemas.openxmlformats.org/officeDocument/2006/relationships/image" Target="/ppt/media/image336.png" Id="Rd392665da3ad43b4" /><Relationship Type="http://schemas.openxmlformats.org/officeDocument/2006/relationships/image" Target="/ppt/media/image304.svg" Id="R977279c7f54f4610" /><Relationship Type="http://schemas.openxmlformats.org/officeDocument/2006/relationships/notesSlide" Target="/ppt/notesSlides/notesSlide16.xml" Id="R072d14f340cc4d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5B75B-FF89-46CD-BC8F-57F515E4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bcaa57d5f48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245CC-BB35-4552-A9C3-7F0BFAF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总体链路与主线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6d4e7dece4705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57765-7CA9-4AEC-AABD-DB93655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0A35C-8B65-49C7-83C7-C1E9AF4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从事件采集，到风险融合，再到可确认、可拒绝、可审计的界面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50DE5-46E2-4FE0-87C4-485EF613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C3397-63FA-4D9D-87CF-4A1CA2CA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0ccdef84f4721">
            <a:extLst>
              <a:ext uri="{96DAC541-7B7A-43D3-8B79-37D633B846F1}">
                <asvg:svgBlip xmlns:asvg="http://schemas.microsoft.com/office/drawing/2016/SVG/main" r:embed="R0ae91b16a87748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6FA7F-B660-49C7-B060-38F12C90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采集与安全入口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687DE-189E-4F2C-BDC9-89B9D8DA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b1a9ca7d349da">
            <a:extLst>
              <a:ext uri="{96DAC541-7B7A-43D3-8B79-37D633B846F1}">
                <asvg:svgBlip xmlns:asvg="http://schemas.microsoft.com/office/drawing/2016/SVG/main" r:embed="Ra78cafc3874141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C2026-D817-413A-B179-736C685F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E37D3-FA48-4E61-B8AF-ADBBA6BC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不同入口如何进入同一条链路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4E600-DC63-4595-945A-5B4E9C3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15678-1E82-4225-AF52-C64E0D8A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e82319019415f">
            <a:extLst>
              <a:ext uri="{96DAC541-7B7A-43D3-8B79-37D633B846F1}">
                <asvg:svgBlip xmlns:asvg="http://schemas.microsoft.com/office/drawing/2016/SVG/main" r:embed="R2f8b44e10d1046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8B31F-14D7-4866-AB4C-9A2B0B9D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产品隐喻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8C7EC-5079-4FF8-8F66-8E36B80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用户事件 + 授权上下文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22D68-F919-411A-B6B8-3F9ED2CC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AABE0-D915-4838-923C-9A78D86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2493b02ea443c">
            <a:extLst>
              <a:ext uri="{96DAC541-7B7A-43D3-8B79-37D633B846F1}">
                <asvg:svgBlip xmlns:asvg="http://schemas.microsoft.com/office/drawing/2016/SVG/main" r:embed="Rd59a05be067147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5F32C-F683-49D7-9492-FC72E68F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典型输出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E4AA2-B72E-444A-BD04-FF18DF42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UserEvent / ContextPacket / SafeContext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84590-BF0D-4590-A0CC-865CBD61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FEA73-1451-49E9-B65D-6284BC16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df9a1e13e49d3">
            <a:extLst>
              <a:ext uri="{96DAC541-7B7A-43D3-8B79-37D633B846F1}">
                <asvg:svgBlip xmlns:asvg="http://schemas.microsoft.com/office/drawing/2016/SVG/main" r:embed="Rd02f6417f1e546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3D145-6026-4BFB-8743-14AC110A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6CF77-6BA2-4AEE-B9CC-2EDB65B5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先过滤，再让模型看见。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5E4A9-200A-4112-B6E2-D0C6B21B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390B2-BDC6-451D-A4AE-53881A1F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713b76cab41b6">
            <a:extLst>
              <a:ext uri="{96DAC541-7B7A-43D3-8B79-37D633B846F1}">
                <asvg:svgBlip xmlns:asvg="http://schemas.microsoft.com/office/drawing/2016/SVG/main" r:embed="R33f52c1ecbca4b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9FAD1-A4D9-4058-BC9A-6164238A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理解与风险建议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3B6C55-78EF-4269-ACEA-19DFE2E5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72e9a735f47b4">
            <a:extLst>
              <a:ext uri="{96DAC541-7B7A-43D3-8B79-37D633B846F1}">
                <asvg:svgBlip xmlns:asvg="http://schemas.microsoft.com/office/drawing/2016/SVG/main" r:embed="R0259b77b855346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ED81E2-958A-4523-B5B7-DD39EB57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F7DCAB-65DD-41B7-8F8D-5D08535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如何把一句话变成可判断动作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723CB4-35C9-4741-B9A7-ACE5C3C8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4D85DC-BEF0-4D2F-ACFB-AB44533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60bdf3bfd49d7">
            <a:extLst>
              <a:ext uri="{96DAC541-7B7A-43D3-8B79-37D633B846F1}">
                <asvg:svgBlip xmlns:asvg="http://schemas.microsoft.com/office/drawing/2016/SVG/main" r:embed="R76ecd15161bd4e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775F1F-DED5-4EC5-BA18-4A563D7E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产品隐喻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EE0175-0833-4CDC-89DB-7AA7EDCA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ActionSpec + 样例检索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CCE217-0B6C-464F-ABD5-3AF2941A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CC2A32-5A01-421C-BE09-BAD7CF6E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45c908709449d">
            <a:extLst>
              <a:ext uri="{96DAC541-7B7A-43D3-8B79-37D633B846F1}">
                <asvg:svgBlip xmlns:asvg="http://schemas.microsoft.com/office/drawing/2016/SVG/main" r:embed="R9fe256bc29c94d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14B7BC-90B3-44B6-9F3B-D732C1E6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典型输出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78DB8D-290F-429D-8912-E3C322AB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ActionSpec / RiskExamples / ModelSuggestion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D11169-E63D-449C-9C94-377DF7E1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3B30A6-7334-45E8-B8D3-DA545284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26508ca8f4817">
            <a:extLst>
              <a:ext uri="{96DAC541-7B7A-43D3-8B79-37D633B846F1}">
                <asvg:svgBlip xmlns:asvg="http://schemas.microsoft.com/office/drawing/2016/SVG/main" r:embed="R58cc12b2d7594f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AA25EC-2210-4EDB-8E6F-FE739E92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21B35F-3C5B-410A-ABBA-3401B99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模型只建议，不直接放行。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06FB7B-7EBF-481D-8E01-0CB7761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4D759-93FA-45C9-92E1-BDBEFF69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1e536f6824f10">
            <a:extLst>
              <a:ext uri="{96DAC541-7B7A-43D3-8B79-37D633B846F1}">
                <asvg:svgBlip xmlns:asvg="http://schemas.microsoft.com/office/drawing/2016/SVG/main" r:embed="Rd98669cd73034b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6A442D-1351-4CF8-A3E6-1A63E38E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裁决与人机共驾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4CB325-60D2-4E2F-A563-5DD67944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668a1b2a04db9">
            <a:extLst>
              <a:ext uri="{96DAC541-7B7A-43D3-8B79-37D633B846F1}">
                <asvg:svgBlip xmlns:asvg="http://schemas.microsoft.com/office/drawing/2016/SVG/main" r:embed="R1b03f9941df642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BB1EE7-0133-439D-B7B5-46F8DE1A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1FEB37-C9AC-4EF7-BBB1-CFA8C0E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什么时候自动，什么时候确认，什么时候拒绝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D2CA72-D8D9-4398-A2EC-9873D2E5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FF4D52-464E-4490-8C39-929BE57F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451af0cca4fa0">
            <a:extLst>
              <a:ext uri="{96DAC541-7B7A-43D3-8B79-37D633B846F1}">
                <asvg:svgBlip xmlns:asvg="http://schemas.microsoft.com/office/drawing/2016/SVG/main" r:embed="R157505623bec4f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7F3806-3B12-4079-BBFE-39944799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产品隐喻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077080-29C4-49BA-9439-8E573B1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 Engine + Human Gate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386FAB-A67F-4B39-B8B6-26E14042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044640-B307-4BB0-B955-A565FDB9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d5302714b4664">
            <a:extLst>
              <a:ext uri="{96DAC541-7B7A-43D3-8B79-37D633B846F1}">
                <asvg:svgBlip xmlns:asvg="http://schemas.microsoft.com/office/drawing/2016/SVG/main" r:embed="R4516e27c76194a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5B6C83-974F-4A76-8812-99C5A119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典型输出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39F3E9-46CC-4970-97F0-256BB880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RiskDecision / PanelSpec / AuditEvent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692650-6EBD-4F19-BB6A-65FAA8F2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60C15D-E4CC-4658-B043-8199F11A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53b8b83ca4bfc">
            <a:extLst>
              <a:ext uri="{96DAC541-7B7A-43D3-8B79-37D633B846F1}">
                <asvg:svgBlip xmlns:asvg="http://schemas.microsoft.com/office/drawing/2016/SVG/main" r:embed="Rc47c927e491e43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8DD8ED5-2EC4-4974-946C-BBADB77D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ADD2D9-6DAB-46EA-848D-4B2CDB79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高风险停下，动作留痕。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3E64A3-DD04-453A-AB11-35814472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4e0ee7b0d4bbc">
            <a:extLst>
              <a:ext uri="{96DAC541-7B7A-43D3-8B79-37D633B846F1}">
                <asvg:svgBlip xmlns:asvg="http://schemas.microsoft.com/office/drawing/2016/SVG/main" r:embed="R30f7518062ee4e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803BE3-7E68-4D24-AD6B-6BD3D66E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E04B55A-326A-4CF6-842E-1769DB2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D17138-85CA-45F3-BCED-A2C2BE45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用户输入 → UserEvent → Context Adapter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9A7EB1-1AB9-4FA1-86D2-B89509AA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2455c6aaa461f">
            <a:extLst>
              <a:ext uri="{96DAC541-7B7A-43D3-8B79-37D633B846F1}">
                <asvg:svgBlip xmlns:asvg="http://schemas.microsoft.com/office/drawing/2016/SVG/main" r:embed="R0da14aede57c41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E67EDE-3C58-498F-8F93-A360F886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2D2694-4DD7-46CF-ABCC-B9F3C88F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7F6481-FBE0-4558-86DD-7F8037D8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SafeContext → ActionSpec → 示例检索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8C98B1-E7FB-4D01-B2A5-1434F1DD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0711b0c1d4f6d">
            <a:extLst>
              <a:ext uri="{96DAC541-7B7A-43D3-8B79-37D633B846F1}">
                <asvg:svgBlip xmlns:asvg="http://schemas.microsoft.com/office/drawing/2016/SVG/main" r:embed="R0ec46c622e484c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7AD3F02-759C-4F79-8738-3C080A35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07668D2-6EC8-4DB0-8F33-58D393D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裁决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93AE2B1-4618-408E-9E11-564BAB7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Qwen 建议 → 规则下限 → RiskDecision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3A41914-3A51-4A1E-A5C7-8150E50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f5b2865b94a38">
            <a:extLst>
              <a:ext uri="{96DAC541-7B7A-43D3-8B79-37D633B846F1}">
                <asvg:svgBlip xmlns:asvg="http://schemas.microsoft.com/office/drawing/2016/SVG/main" r:embed="Rd27b4b53ee0448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40BDDA5-B987-40F7-836C-5AF07C8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EB2E9B-C3C7-454A-9291-BD3F94E2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落地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EE7C76-8276-4014-A1EC-8F269594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Human Gate → PanelSpec → 执行/审计/回流</a:t>
            </a:r>
          </a:p>
        </p:txBody>
      </p:sp>
    </p:spTree>
    <p:extLst>
      <p:ext uri="{BB962C8B-B14F-4D97-AF65-F5344CB8AC3E}">
        <p14:creationId xmlns:p14="http://schemas.microsoft.com/office/powerpoint/2010/main" val="5398410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02045-E15E-4B8F-8D70-9585D884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77168018547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6C435-8460-47B6-8AE8-D7848FA3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用户触发：统一办公入口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ff5550a4e46ec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D0E03-3949-4A99-8EED-FED9ABF8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2E41F-1A63-4A9B-A86B-0B59729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不要让文本、点击、语音、设备切换各走一套逻辑，先统一成 UserEvent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A0D7A-EC12-407A-B708-EBED1D8F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89874-B813-4436-BD50-FD4DE95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d2e8401324489">
            <a:extLst>
              <a:ext uri="{96DAC541-7B7A-43D3-8B79-37D633B846F1}">
                <asvg:svgBlip xmlns:asvg="http://schemas.microsoft.com/office/drawing/2016/SVG/main" r:embed="R52d77e3719084c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193E7-7448-4D44-B418-CE004686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F4D50-6384-42B0-8F04-C4129CC5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ab1e426aa4615">
            <a:extLst>
              <a:ext uri="{96DAC541-7B7A-43D3-8B79-37D633B846F1}">
                <asvg:svgBlip xmlns:asvg="http://schemas.microsoft.com/office/drawing/2016/SVG/main" r:embed="Rd7919d31f16148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E37CA-4B00-439A-A793-A722ECF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A1EFE-B00F-408F-8243-780DB886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入口很多，如何统一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5D411-2DD9-46F6-B39F-1AD3C02F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A2BF9-8D01-4A6E-AB99-C13D5BA4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7e01541e84210">
            <a:extLst>
              <a:ext uri="{96DAC541-7B7A-43D3-8B79-37D633B846F1}">
                <asvg:svgBlip xmlns:asvg="http://schemas.microsoft.com/office/drawing/2016/SVG/main" r:embed="R202d77951d0644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C6A10-CBAA-4C1B-BC75-E9AE7895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D3DE1-F36F-49A7-9BB3-4F87C3BB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文本/点击/语音/设备切换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92E80-4914-4B7B-BE66-FBFA6ED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1081F-B434-49DA-9E2F-1EF25F0F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bd74314834c84">
            <a:extLst>
              <a:ext uri="{96DAC541-7B7A-43D3-8B79-37D633B846F1}">
                <asvg:svgBlip xmlns:asvg="http://schemas.microsoft.com/office/drawing/2016/SVG/main" r:embed="R39c437c0ec6348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A92A0-F051-420E-8917-E9CB7CD6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关键字段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1C3D8-E7F6-4E3D-B407-A3A7EF07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raw_input、device、selected_object_ids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E0223-F5FB-4B87-9BC1-61C87DCD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E3052-ED17-45D5-950B-D18BEED3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96c7f2bdc45d8">
            <a:extLst>
              <a:ext uri="{96DAC541-7B7A-43D3-8B79-37D633B846F1}">
                <asvg:svgBlip xmlns:asvg="http://schemas.microsoft.com/office/drawing/2016/SVG/main" r:embed="R359ef437cd184f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D424C-B07C-446C-B0AC-F2098AEE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FEC7A-254E-4220-A1AB-D5B0A3A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只记录触发链路所需信息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ED083-3595-4BE1-80AA-60D4437D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2A2DB-62AC-476D-BC82-1B39005A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dedf68e564871">
            <a:extLst>
              <a:ext uri="{96DAC541-7B7A-43D3-8B79-37D633B846F1}">
                <asvg:svgBlip xmlns:asvg="http://schemas.microsoft.com/office/drawing/2016/SVG/main" r:embed="R1e9b68322dbb47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F14720-9A2D-471E-8C13-15A2E726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0A55FA-0A33-404A-82A4-A4BECBB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dd5218d6c4431">
            <a:extLst>
              <a:ext uri="{96DAC541-7B7A-43D3-8B79-37D633B846F1}">
                <asvg:svgBlip xmlns:asvg="http://schemas.microsoft.com/office/drawing/2016/SVG/main" r:embed="Rc4dcb478c8d843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55D124-E19D-4772-899B-E82D50BF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实现动作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D4ADC2-DA4F-4C81-9AB1-25806A70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前端埋点生成事件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AFF3B2-8E5B-4132-8079-3FFB0BB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1261E9-E302-4E67-9B75-0C5F9DC4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b4d15274748d4">
            <a:extLst>
              <a:ext uri="{96DAC541-7B7A-43D3-8B79-37D633B846F1}">
                <asvg:svgBlip xmlns:asvg="http://schemas.microsoft.com/office/drawing/2016/SVG/main" r:embed="Rf9b9eec6fe794b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299ADD-11E0-451C-A8D6-3165784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协议转换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F4A199-4086-4083-B3C3-AF469F23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 type / timestamp / object 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4A9B3D-3A60-4587-B675-553192B5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ACFAE2-CA53-4C72-9E50-556AE97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bdc614ab943f3">
            <a:extLst>
              <a:ext uri="{96DAC541-7B7A-43D3-8B79-37D633B846F1}">
                <asvg:svgBlip xmlns:asvg="http://schemas.microsoft.com/office/drawing/2016/SVG/main" r:embed="R653956e4485a4f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4226EF-A22A-459D-B279-56803719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5CB27D-EB1C-42C2-81E5-912F8B44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schema 检查缺字段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7C5E15-56DD-4D43-B9EE-C7D43973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AABC36-2B95-4E39-A3E2-75DD4C9D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58e31100a4329">
            <a:extLst>
              <a:ext uri="{96DAC541-7B7A-43D3-8B79-37D633B846F1}">
                <asvg:svgBlip xmlns:asvg="http://schemas.microsoft.com/office/drawing/2016/SVG/main" r:embed="R0b7816cc3aba4e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D659EB-4583-4851-8E95-4E980E41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落地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DB0F81-B6F7-4474-A46B-0E289F15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POST /agent/event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D2191F-372C-435D-86D2-E3F04D1C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BDD048-E4DC-4208-8794-7A504D44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7c29201174a23">
            <a:extLst>
              <a:ext uri="{96DAC541-7B7A-43D3-8B79-37D633B846F1}">
                <asvg:svgBlip xmlns:asvg="http://schemas.microsoft.com/office/drawing/2016/SVG/main" r:embed="R4419d64657eb41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618718-2762-419F-9D7E-9728368E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95588B-EE6F-4FD7-8A82-B4F4149D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7f2a89b78457a">
            <a:extLst>
              <a:ext uri="{96DAC541-7B7A-43D3-8B79-37D633B846F1}">
                <asvg:svgBlip xmlns:asvg="http://schemas.microsoft.com/office/drawing/2016/SVG/main" r:embed="R20b8f2a6e39649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A51ADC-A417-4177-BADA-BCB9D878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典型输出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CCBA4F-BC18-41F4-A793-3C2BAEE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UserEvent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09FCC4-73AB-4EC6-90C4-6B1BE1D9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2730FE-5B5A-47DF-AF2B-8C84659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9dd01f0034861">
            <a:extLst>
              <a:ext uri="{96DAC541-7B7A-43D3-8B79-37D633B846F1}">
                <asvg:svgBlip xmlns:asvg="http://schemas.microsoft.com/office/drawing/2016/SVG/main" r:embed="R6b984ad1d7cc45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2E6F06-660E-4A91-A307-42FF74F9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下一跳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40FF1E-5052-422C-85DA-079A1B55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Context Adapter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25246A-3A95-4F5E-A232-F73987F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89E34B-9206-4A64-B841-A4C27E24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f9aa3996f4089">
            <a:extLst>
              <a:ext uri="{96DAC541-7B7A-43D3-8B79-37D633B846F1}">
                <asvg:svgBlip xmlns:asvg="http://schemas.microsoft.com/office/drawing/2016/SVG/main" r:embed="Rcf3c88f7c5c44d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63FB47-04C0-4BD1-B2C3-491D4AAC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Demo 做法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8ECAFE-FD13-4F97-A5ED-58100F56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mock_dom + JSON fixtures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02A53E-D85C-489A-A13B-966A7ECB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4385E5-EDDC-478F-9FF7-E2570F97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4bea92ba24666">
            <a:extLst>
              <a:ext uri="{96DAC541-7B7A-43D3-8B79-37D633B846F1}">
                <asvg:svgBlip xmlns:asvg="http://schemas.microsoft.com/office/drawing/2016/SVG/main" r:embed="R0bf1949d9eac4f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35A66DA-0773-4A68-848E-B2C61607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2ECE0A-5BCA-4289-A329-53FBF37D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入口统一，后面才可复用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C09439F-E2C2-42A1-833F-0BA08355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3020e92064525">
            <a:extLst>
              <a:ext uri="{96DAC541-7B7A-43D3-8B79-37D633B846F1}">
                <asvg:svgBlip xmlns:asvg="http://schemas.microsoft.com/office/drawing/2016/SVG/main" r:embed="R9c66462f67c24e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8F7C054-0E7B-4601-AC6C-62B5494F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94D097-E6EC-4BB0-86AF-0577DC04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捕获输入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41735CA-BFBF-4DFE-8188-020F6175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文本/点击/语音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E2FE8B-2EC8-49BE-8637-80A69469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c29dfa7734750">
            <a:extLst>
              <a:ext uri="{96DAC541-7B7A-43D3-8B79-37D633B846F1}">
                <asvg:svgBlip xmlns:asvg="http://schemas.microsoft.com/office/drawing/2016/SVG/main" r:embed="Rbe3e4eeeaa4a47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6472EBC-45ED-4D90-A65D-7943BC5F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9F42475-49CC-4B4B-A9E9-24CB43AF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补齐环境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23D376-57A1-4885-9359-D6C551D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设备与选中对象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3F1FF6F-B9FB-46B0-84B6-B6A2F8E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7b65f6fc24578">
            <a:extLst>
              <a:ext uri="{96DAC541-7B7A-43D3-8B79-37D633B846F1}">
                <asvg:svgBlip xmlns:asvg="http://schemas.microsoft.com/office/drawing/2016/SVG/main" r:embed="R36ffc7e9ccf340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0EA0D52-049B-459E-A62F-9CF4974D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3C277A-C43B-4596-98BD-FC7E45B5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生成事件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5A044B6-C697-4217-BC27-852357A5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UserEvent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D8A43D-520F-4542-B22B-5A06A04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e02b748c64e2b">
            <a:extLst>
              <a:ext uri="{96DAC541-7B7A-43D3-8B79-37D633B846F1}">
                <asvg:svgBlip xmlns:asvg="http://schemas.microsoft.com/office/drawing/2016/SVG/main" r:embed="R6c5888daea204d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7BB5A8-D9BC-4C6E-9E0A-96704450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103F7A5-334F-4A25-9480-A1A05AA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进入链路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A554AAC-6FF8-4553-812E-FE1ABD68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Context Adapter</a:t>
            </a:r>
          </a:p>
        </p:txBody>
      </p:sp>
    </p:spTree>
    <p:extLst>
      <p:ext uri="{BB962C8B-B14F-4D97-AF65-F5344CB8AC3E}">
        <p14:creationId xmlns:p14="http://schemas.microsoft.com/office/powerpoint/2010/main" val="7911196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8937F-CBB3-46CB-8DEC-A9186AE8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21c9c585b43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2556A-72F5-4070-9DA8-1EDD7782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UserEvent：后续模块只读一种协议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61e8506554792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583BC-DA4D-4027-B5D1-C5B331B5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24A04-43BD-4F82-8FE3-52CC3B1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UserEvent 是风险链路的统一入口，后续模块都按 event_id 取上下文、解析动作、记录审计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7CC7-A345-4C59-BCD1-84CF5C28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7C853-98B2-4505-9C72-91F0256B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02e897409415f">
            <a:extLst>
              <a:ext uri="{96DAC541-7B7A-43D3-8B79-37D633B846F1}">
                <asvg:svgBlip xmlns:asvg="http://schemas.microsoft.com/office/drawing/2016/SVG/main" r:embed="Rb0df2a74c8764e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CC4F7-530B-4E8F-A3F3-0BDB8F19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76DAC-B755-425C-A48B-46FDCFAA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251d7098c41d4">
            <a:extLst>
              <a:ext uri="{96DAC541-7B7A-43D3-8B79-37D633B846F1}">
                <asvg:svgBlip xmlns:asvg="http://schemas.microsoft.com/office/drawing/2016/SVG/main" r:embed="Rde5cd31eb1fd4c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69B9C-C418-4ECB-8472-6F7F3E6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92DDF-3EBC-4D2D-84E8-6157A76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event_id / type / 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36C99-648A-4A5D-9704-CAD381C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D35EB-E974-425B-9E92-9256B951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65694c4344f5f">
            <a:extLst>
              <a:ext uri="{96DAC541-7B7A-43D3-8B79-37D633B846F1}">
                <asvg:svgBlip xmlns:asvg="http://schemas.microsoft.com/office/drawing/2016/SVG/main" r:embed="R5f67a69250ba4e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7D160-6C9A-45E7-BD2E-A88C51B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3E3BC-9E57-4695-A963-F7DE4662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raw_input 保留但不执行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5B991-86DB-48D8-9C7D-CF448061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60BCD-FB0C-47EC-BB62-D763D31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eccbb9c824d85">
            <a:extLst>
              <a:ext uri="{96DAC541-7B7A-43D3-8B79-37D633B846F1}">
                <asvg:svgBlip xmlns:asvg="http://schemas.microsoft.com/office/drawing/2016/SVG/main" r:embed="Rd3c0653c788841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98475-CFD8-435B-A244-C748B4E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对象绑定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8C7C3-FAC5-406D-AB84-411DF0F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selected_object_ids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B349C-FD44-4318-9760-C25AFD93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5252D-8226-4924-8AFA-ADB9F46D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d43bf7ccf4241">
            <a:extLst>
              <a:ext uri="{96DAC541-7B7A-43D3-8B79-37D633B846F1}">
                <asvg:svgBlip xmlns:asvg="http://schemas.microsoft.com/office/drawing/2016/SVG/main" r:embed="R9c37e30728fd47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E13AC-BDA0-4A06-BBF3-237F04F3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时间信息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43A12-0FC6-4909-93F5-96E0C30E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timestamp 用于审计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14F34-D53B-420C-A18C-B2E9C12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B4ADE-AFB0-4D52-8282-4CC6853F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eb927b1884c72">
            <a:extLst>
              <a:ext uri="{96DAC541-7B7A-43D3-8B79-37D633B846F1}">
                <asvg:svgBlip xmlns:asvg="http://schemas.microsoft.com/office/drawing/2016/SVG/main" r:embed="Rf14f761f29e340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F5B85-5EFB-46CF-8F15-FC0923F0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4AFA35-DF56-4C1D-B5F9-FF60FE92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e003c921649bb">
            <a:extLst>
              <a:ext uri="{96DAC541-7B7A-43D3-8B79-37D633B846F1}">
                <asvg:svgBlip xmlns:asvg="http://schemas.microsoft.com/office/drawing/2016/SVG/main" r:embed="Rc4e5ee0609dd42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3C2CAD-A2FC-40A9-9BC7-D14FB246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69BD31-E013-43F9-A4A6-C8E9C8D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语音转写、点击、文本同 schema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FE7333-130A-4E9B-A891-A840C454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946F1D-DB55-4919-9B7F-DEE0BC1E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1615f106b4487">
            <a:extLst>
              <a:ext uri="{96DAC541-7B7A-43D3-8B79-37D633B846F1}">
                <asvg:svgBlip xmlns:asvg="http://schemas.microsoft.com/office/drawing/2016/SVG/main" r:embed="Rc2dfd1f6d84b47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3EDB4C-ADDB-4D3B-9926-56F5F1E1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状态绑定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363DB9-F675-4361-BA8F-3976A57C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事件挂到当前 session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879575-ADF1-4D2D-AE97-DE34C84A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BE10D8-97B1-43D5-8646-053E13D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7ec9719a84bdb">
            <a:extLst>
              <a:ext uri="{96DAC541-7B7A-43D3-8B79-37D633B846F1}">
                <asvg:svgBlip xmlns:asvg="http://schemas.microsoft.com/office/drawing/2016/SVG/main" r:embed="Rac6625d1943748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F0E52A-CE31-447A-9E2C-75D901D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B38392-C4EF-4C93-87B4-B2F0AD07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缺对象则澄清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C67D15-F2FA-4B9E-B2CF-32D3B6A8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273A86-D3FC-4E74-9D2A-ADF2BFAA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0f08988274cf4">
            <a:extLst>
              <a:ext uri="{96DAC541-7B7A-43D3-8B79-37D633B846F1}">
                <asvg:svgBlip xmlns:asvg="http://schemas.microsoft.com/office/drawing/2016/SVG/main" r:embed="R4437599b3a2544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D35FC1-F798-4E45-9587-BC952361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53AF9A-2D1A-4D0A-A4C1-ADDB04FA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固定样例回放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DFC8FB-2D98-4BFF-A927-0F073A7C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1EB746-1983-4A1A-8C18-55A6C677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c5bda4cd647ed">
            <a:extLst>
              <a:ext uri="{96DAC541-7B7A-43D3-8B79-37D633B846F1}">
                <asvg:svgBlip xmlns:asvg="http://schemas.microsoft.com/office/drawing/2016/SVG/main" r:embed="R95997b400a7a4b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C1A891-125B-44CB-9368-E30B672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49E3D1-E3E1-4ECD-8C25-57D8C297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6d26e06604eff">
            <a:extLst>
              <a:ext uri="{96DAC541-7B7A-43D3-8B79-37D633B846F1}">
                <asvg:svgBlip xmlns:asvg="http://schemas.microsoft.com/office/drawing/2016/SVG/main" r:embed="R49a7a346b40540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9D60E4-3EBF-449F-9AE4-F9B9B2E7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842D3F-C20A-445B-9EA7-AAEF97CB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evt_0001 等稳定 ID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4968B1-B171-4D24-AA0C-3BD1E0FC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C6F9E5-271D-4804-91E2-AE46B257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46157236f4d34">
            <a:extLst>
              <a:ext uri="{96DAC541-7B7A-43D3-8B79-37D633B846F1}">
                <asvg:svgBlip xmlns:asvg="http://schemas.microsoft.com/office/drawing/2016/SVG/main" r:embed="Reebd690f813046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A7DE83-2961-4A12-97A0-5568D58C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0460FC-4F45-46E1-8D05-2F6CB72F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不判断最终风险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5EE996-139B-45D0-9961-D10E08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2091E5-1D20-414B-8B92-0462E4B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f6fe24c824ff6">
            <a:extLst>
              <a:ext uri="{96DAC541-7B7A-43D3-8B79-37D633B846F1}">
                <asvg:svgBlip xmlns:asvg="http://schemas.microsoft.com/office/drawing/2016/SVG/main" r:embed="R266266a3c6c247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9AC3AA-DE88-4F09-9E0E-755D6E1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5F1DD4-890E-4E91-A811-08A3F1F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不直接调用工具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7D2775-8EBD-43DD-8322-5FCCD37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34F0E1-E72C-46A3-BE96-2402D296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c0560267b4f13">
            <a:extLst>
              <a:ext uri="{96DAC541-7B7A-43D3-8B79-37D633B846F1}">
                <asvg:svgBlip xmlns:asvg="http://schemas.microsoft.com/office/drawing/2016/SVG/main" r:embed="R822b020badb145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C248056-FE18-4547-9DC1-8D7F5BCD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2589EBD-6EDF-4DD4-9B28-0B8F2F49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事件是入口，不是决策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0EE4C4-AEA0-4482-A986-E11F6911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8020800a442f2">
            <a:extLst>
              <a:ext uri="{96DAC541-7B7A-43D3-8B79-37D633B846F1}">
                <asvg:svgBlip xmlns:asvg="http://schemas.microsoft.com/office/drawing/2016/SVG/main" r:embed="R39712f8692a44c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441568-4125-45A6-95F9-38F1222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032497-6FEE-40AC-943A-CEAD5C92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入口归一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F0771B-E0D7-415B-A8F2-B27C3256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统一 type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20DF57D-8007-48A0-8AAC-E277CD9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6e9e0cc554e0b">
            <a:extLst>
              <a:ext uri="{96DAC541-7B7A-43D3-8B79-37D633B846F1}">
                <asvg:svgBlip xmlns:asvg="http://schemas.microsoft.com/office/drawing/2016/SVG/main" r:embed="R5aeec3938c654f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9DF8AFE-AF07-4A35-ABE6-C5063676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133EE3-FDF2-4E1A-83E7-3D88A1EA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schema 校验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BDB791C-6738-4BF0-A2BF-80AC3FE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补齐字段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C51447-A736-4DCA-B731-D5BC77EE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f2b881c344f28">
            <a:extLst>
              <a:ext uri="{96DAC541-7B7A-43D3-8B79-37D633B846F1}">
                <asvg:svgBlip xmlns:asvg="http://schemas.microsoft.com/office/drawing/2016/SVG/main" r:embed="R2b7c659fc2874c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A30B2F-14C4-44A1-9826-C252D2D7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4432133-093B-4078-A5AF-C52E7AA7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事件入队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92C7B7B-B1E0-437E-87A6-1C230AC6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session 绑定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A19F293-EC98-40E9-8DE4-F23791B8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fe9c7fb6a404a">
            <a:extLst>
              <a:ext uri="{96DAC541-7B7A-43D3-8B79-37D633B846F1}">
                <asvg:svgBlip xmlns:asvg="http://schemas.microsoft.com/office/drawing/2016/SVG/main" r:embed="Rdd4d1ddd9afb4f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AE4A159-57DE-4DEC-B67D-42EC6720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F1797F-5F0E-4404-AD2B-750B1984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读取上下文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602904-93FC-4FA9-9F1E-F0A11EA0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Context Adapter</a:t>
            </a:r>
          </a:p>
        </p:txBody>
      </p:sp>
    </p:spTree>
    <p:extLst>
      <p:ext uri="{BB962C8B-B14F-4D97-AF65-F5344CB8AC3E}">
        <p14:creationId xmlns:p14="http://schemas.microsoft.com/office/powerpoint/2010/main" val="12048964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031F63-E2EC-409F-94AF-60F19D32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af951ee5d4b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DD146-929A-433D-90B2-BD381E1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Context Adapter：提取授权上下文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c4229567844ad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33379-3B75-4273-A8EC-286BEF7D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2CB4F-0F9C-4F06-8395-880BD32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不是把整屏内容塞给模型，而是把当前任务、对象、来源和权限整理成 ContextPacket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18E7B-27CA-48C8-9AC5-906D9A3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0CC07-0EC6-4C4B-A0D6-2A7A5F6F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811ea99974bf7">
            <a:extLst>
              <a:ext uri="{96DAC541-7B7A-43D3-8B79-37D633B846F1}">
                <asvg:svgBlip xmlns:asvg="http://schemas.microsoft.com/office/drawing/2016/SVG/main" r:embed="R5ab36eab9e0e4e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1B4EE-7D45-4C6B-A4AD-6DD2118E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D70DA-74FE-4A23-8FEE-CDB6100B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9d6d894f24ac9">
            <a:extLst>
              <a:ext uri="{96DAC541-7B7A-43D3-8B79-37D633B846F1}">
                <asvg:svgBlip xmlns:asvg="http://schemas.microsoft.com/office/drawing/2016/SVG/main" r:embed="R3d9d3494547742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E2828-2B6C-4EC3-B3E5-77862001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85638-23C1-479F-AAFC-308E5A32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模型到底该看哪些上下文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C9487-ECD4-45FA-95A1-B8BF5F29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D6834-D749-4C10-BA96-F0028F59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6ef155ff24e2e">
            <a:extLst>
              <a:ext uri="{96DAC541-7B7A-43D3-8B79-37D633B846F1}">
                <asvg:svgBlip xmlns:asvg="http://schemas.microsoft.com/office/drawing/2016/SVG/main" r:embed="R76cb520075554e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857B4-700A-4BCE-B56E-7B5B8C1A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5D0B5-1ECA-4FD3-9D75-AE7A4F32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当前任务、文档、邮件、CRM 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4C02D-3544-4A3D-B807-00E66CB3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7C6FD-61EC-4A91-8196-981637B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8ef89329e4fea">
            <a:extLst>
              <a:ext uri="{96DAC541-7B7A-43D3-8B79-37D633B846F1}">
                <asvg:svgBlip xmlns:asvg="http://schemas.microsoft.com/office/drawing/2016/SVG/main" r:embed="Rd46988b845fa45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075FE-0348-4B70-B6F2-B9BA4307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02B04-CD94-40AC-BF8B-E01E1718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can_read / can_draft / can_send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8E53C-D010-4A7E-9297-947E801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63545-449D-4318-90C1-C70080A6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91504a3974206">
            <a:extLst>
              <a:ext uri="{96DAC541-7B7A-43D3-8B79-37D633B846F1}">
                <asvg:svgBlip xmlns:asvg="http://schemas.microsoft.com/office/drawing/2016/SVG/main" r:embed="R60f209f2d49642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DFF6F-3D7A-4D25-BFC7-4318E4FA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88B59-E679-496C-ABF9-20C27D30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PC 完整，手机轻量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F3FF6-A125-4F25-BF6F-4072C669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E2BB7-319A-4950-B95C-5B872448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3155cb6504535">
            <a:extLst>
              <a:ext uri="{96DAC541-7B7A-43D3-8B79-37D633B846F1}">
                <asvg:svgBlip xmlns:asvg="http://schemas.microsoft.com/office/drawing/2016/SVG/main" r:embed="Rffe85ba7fea046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881E88-ED21-4DF6-8198-7F8A40CA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4BB88D-030B-4D62-BF4E-EC82174E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cdfa3e8a0482f">
            <a:extLst>
              <a:ext uri="{96DAC541-7B7A-43D3-8B79-37D633B846F1}">
                <asvg:svgBlip xmlns:asvg="http://schemas.microsoft.com/office/drawing/2016/SVG/main" r:embed="R501a3ca5ac0f45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BB7F3A-6302-400B-888B-44C7E613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任务定位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DE9458-B07A-47F7-9080-22D3192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识别 active_object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0A1B41-D519-4BC2-9257-0BBFA3D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1C2925-8BB8-44DF-B3DE-11932D8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c4cd607ac4be6">
            <a:extLst>
              <a:ext uri="{96DAC541-7B7A-43D3-8B79-37D633B846F1}">
                <asvg:svgBlip xmlns:asvg="http://schemas.microsoft.com/office/drawing/2016/SVG/main" r:embed="Rf75c0233a9834d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1E174-2AA7-4636-8B42-5EEAE77E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来源收集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04121B-B43F-4F5E-BDB3-B3F16581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只收集 source refs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A2E128-5232-4D73-98EC-82FF09DD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C52E1B-F65D-4D0B-9D09-518F157D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4ada7767f4af4">
            <a:extLst>
              <a:ext uri="{96DAC541-7B7A-43D3-8B79-37D633B846F1}">
                <asvg:svgBlip xmlns:asvg="http://schemas.microsoft.com/office/drawing/2016/SVG/main" r:embed="Rba0252c40c7947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51AF7D-1763-4B74-B0C5-08A5CF00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权限摘要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8F6C3A-564C-4504-B532-35974C00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无权内容不读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D4E8EB-7AD8-4A56-ADCA-B8AB8A25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BFA8F2-8D0C-48FC-8A3A-298BB8FC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298fb21bf4eae">
            <a:extLst>
              <a:ext uri="{96DAC541-7B7A-43D3-8B79-37D633B846F1}">
                <asvg:svgBlip xmlns:asvg="http://schemas.microsoft.com/office/drawing/2016/SVG/main" r:embed="R4f6046e5c51b46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43BACF-A720-44B7-BE11-25BFF9C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P0 做法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2BADDF-7633-4992-8799-C400AC9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mock_contexts.json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695072-5765-4A7D-8FB3-150A84CF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2AF659-3CAC-4E0D-B81B-2BBCF2FD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1c070916f4259">
            <a:extLst>
              <a:ext uri="{96DAC541-7B7A-43D3-8B79-37D633B846F1}">
                <asvg:svgBlip xmlns:asvg="http://schemas.microsoft.com/office/drawing/2016/SVG/main" r:embed="R121eb7b37dbe47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2B66D2-208C-4D1A-9849-086C50D7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C6AFE4-FD0D-4664-A417-FBB1B97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39ce8492e441c">
            <a:extLst>
              <a:ext uri="{96DAC541-7B7A-43D3-8B79-37D633B846F1}">
                <asvg:svgBlip xmlns:asvg="http://schemas.microsoft.com/office/drawing/2016/SVG/main" r:embed="Rccd3ee3679ac46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F108A8-3308-4058-95C8-52F47B9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EEEB23-F498-4811-B622-ECCDCB7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ContextPacket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B9EAE4-D5E4-4CDD-8F44-A444DD05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B65345-DB0A-4A90-A48B-A7DD382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6d62e4f8c4d45">
            <a:extLst>
              <a:ext uri="{96DAC541-7B7A-43D3-8B79-37D633B846F1}">
                <asvg:svgBlip xmlns:asvg="http://schemas.microsoft.com/office/drawing/2016/SVG/main" r:embed="Ra16f89c0b12349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B37879-7B8D-4581-B03A-58C7D4A5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B922E7-5CE3-47B5-B4ED-8C5DAC28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current_task / related_contents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FA121B-43A2-4724-AB5D-BD72270B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C786F0-AEC1-4F22-9C3D-BF677E6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b8bc363ed48f8">
            <a:extLst>
              <a:ext uri="{96DAC541-7B7A-43D3-8B79-37D633B846F1}">
                <asvg:svgBlip xmlns:asvg="http://schemas.microsoft.com/office/drawing/2016/SVG/main" r:embed="R1364849a9ac641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0DC8A5-EF37-4745-951C-DFC5B7EA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下一跳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79536E-7CE9-4C14-8235-08EDE433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Privacy Guard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2FBF10-6F8E-4D3F-9C75-E33D238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6252F4-D403-403C-AB3B-75F7718D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77168a1f04a23">
            <a:extLst>
              <a:ext uri="{96DAC541-7B7A-43D3-8B79-37D633B846F1}">
                <asvg:svgBlip xmlns:asvg="http://schemas.microsoft.com/office/drawing/2016/SVG/main" r:embed="Rc110965f810e40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BA167E-4119-44C8-B060-891C5575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66B900-C0A8-47BA-83FB-C7883407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上下文先授权，再入模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21F7FB-B7A4-4764-A1FF-BDB00B3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fa7d92f904e58">
            <a:extLst>
              <a:ext uri="{96DAC541-7B7A-43D3-8B79-37D633B846F1}">
                <asvg:svgBlip xmlns:asvg="http://schemas.microsoft.com/office/drawing/2016/SVG/main" r:embed="Rc097d33dcb3f4f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69B681-29D8-4E18-A89A-4FAABAA6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97A47B-3D21-4C7C-A3D3-C50E6AD0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读 event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F0168FC-89F5-4AA5-8932-DCD481F8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拿 event_id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BDC5ACA-777B-4690-89E9-5B838BD4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2b75bfd914706">
            <a:extLst>
              <a:ext uri="{96DAC541-7B7A-43D3-8B79-37D633B846F1}">
                <asvg:svgBlip xmlns:asvg="http://schemas.microsoft.com/office/drawing/2016/SVG/main" r:embed="R05bbcea87eac46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22948B-6B17-4537-83B2-86D3E0EC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F1FB93-79F8-413B-B811-92C53C86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找任务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4D4816-31B2-41D0-B8AD-B7F230DA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活动对象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F7714B8-8098-4EDF-B0F0-087B3B4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ef43736a24a55">
            <a:extLst>
              <a:ext uri="{96DAC541-7B7A-43D3-8B79-37D633B846F1}">
                <asvg:svgBlip xmlns:asvg="http://schemas.microsoft.com/office/drawing/2016/SVG/main" r:embed="Rd90fdb54c7394c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2E75D2-76FA-4A9D-82E4-39E03AC5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70FAED7-3EE2-47E0-ABFB-70A3F56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收集来源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AB5A98-FA07-4154-991D-56DDE584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source refs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FB8DA4A-9AE6-4A37-B353-2960E81E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3990250ac4c4f">
            <a:extLst>
              <a:ext uri="{96DAC541-7B7A-43D3-8B79-37D633B846F1}">
                <asvg:svgBlip xmlns:asvg="http://schemas.microsoft.com/office/drawing/2016/SVG/main" r:embed="R3568693e29044d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30F994-B5E3-4EE3-8F3F-B43B8F25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E6833E-88D4-4A30-8092-9B2E2130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形成包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0DF8515-5EC1-4237-98E4-EEFF840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ContextPacket</a:t>
            </a:r>
          </a:p>
        </p:txBody>
      </p:sp>
    </p:spTree>
    <p:extLst>
      <p:ext uri="{BB962C8B-B14F-4D97-AF65-F5344CB8AC3E}">
        <p14:creationId xmlns:p14="http://schemas.microsoft.com/office/powerpoint/2010/main" val="9147567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62B11-B327-4221-BF79-03442CDE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b8171905348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C7764-626D-4DF8-91BE-15C6F29D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Privacy Guard：敏感值先拦住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cc356af274e4d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B537-8E96-4E20-9D22-43D2CA5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631C6-94EF-4DB7-8F4A-A89FFCAF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权限检查发生在模型之前；密码、验证码、Token、无权字段不进 Prompt，也不进审计明文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3D338-6F4A-4964-A7F5-5B8D4C52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35E5A-6F33-4CA7-929B-34C9A36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0d90b6ba949a8">
            <a:extLst>
              <a:ext uri="{96DAC541-7B7A-43D3-8B79-37D633B846F1}">
                <asvg:svgBlip xmlns:asvg="http://schemas.microsoft.com/office/drawing/2016/SVG/main" r:embed="R5dcdbdd8bb5147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D5140-2DD2-451C-B5B9-9FBF6B97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E86EA-F503-4FEF-B923-2FF950A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64b7b3db441d6">
            <a:extLst>
              <a:ext uri="{96DAC541-7B7A-43D3-8B79-37D633B846F1}">
                <asvg:svgBlip xmlns:asvg="http://schemas.microsoft.com/office/drawing/2016/SVG/main" r:embed="Refb6fbdb8fd544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74686-73DA-4031-BA35-E666AB0D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账户秘密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C89B8-7576-4275-8C5C-19519F30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密码、验证码、Token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A9C79-C945-4346-A71D-ACC54247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73EAB-1A92-48D6-A680-0F53DD20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5924f45eb42f7">
            <a:extLst>
              <a:ext uri="{96DAC541-7B7A-43D3-8B79-37D633B846F1}">
                <asvg:svgBlip xmlns:asvg="http://schemas.microsoft.com/office/drawing/2016/SVG/main" r:embed="Rfe8e5539228b4f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AF057-8EC3-4533-A752-2C665C4A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客户/商业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330B5-0831-4968-B8AC-AC03EAD9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报价、合同、客户信息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CC357-69D6-433D-A3E5-8ADDF53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0304D-DEB2-4231-98F5-320EEA3B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079ef0d9a4e7f">
            <a:extLst>
              <a:ext uri="{96DAC541-7B7A-43D3-8B79-37D633B846F1}">
                <asvg:svgBlip xmlns:asvg="http://schemas.microsoft.com/office/drawing/2016/SVG/main" r:embed="R1d2721244c0d4a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488FE-4AB6-4E84-BE43-096F708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人事/财务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D2B38-AAD4-4A02-996B-1F63E186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薪资、付款、发票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6E4AA-76E2-440D-9C36-FA9C36F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03DC5-1457-4D70-888E-5BADB6DC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74c6ee7be4617">
            <a:extLst>
              <a:ext uri="{96DAC541-7B7A-43D3-8B79-37D633B846F1}">
                <asvg:svgBlip xmlns:asvg="http://schemas.microsoft.com/office/drawing/2016/SVG/main" r:embed="R958e9a3c25b74f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79A78-CDA5-4570-8666-54E2A6B3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无权字段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1B2F3-5F20-4B23-8ADB-47E7185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permission_denied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C5B9F-8E4F-42C9-B98F-D4A29B9D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CCA7B-512B-41DB-BCA9-32B389A8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39ae45044469c">
            <a:extLst>
              <a:ext uri="{96DAC541-7B7A-43D3-8B79-37D633B846F1}">
                <asvg:svgBlip xmlns:asvg="http://schemas.microsoft.com/office/drawing/2016/SVG/main" r:embed="Rcacef9baa42947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7CF0E7-37C1-4BCE-9FE4-972918EA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16858D-A664-48AE-88C2-37FCA02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ffa7519a24db0">
            <a:extLst>
              <a:ext uri="{96DAC541-7B7A-43D3-8B79-37D633B846F1}">
                <asvg:svgBlip xmlns:asvg="http://schemas.microsoft.com/office/drawing/2016/SVG/main" r:embed="R93127cbe2a5543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8F177F-F2C9-466B-8469-873EBE7D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权限先行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EEC0F3-AA8D-431A-B35D-9FA9DBA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无权来源 excluded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0D4288-BF79-4629-8644-DF834CCE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99FA95-2AA8-4982-BDD8-3F0A552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971fe861b454e">
            <a:extLst>
              <a:ext uri="{96DAC541-7B7A-43D3-8B79-37D633B846F1}">
                <asvg:svgBlip xmlns:asvg="http://schemas.microsoft.com/office/drawing/2016/SVG/main" r:embed="Rf1e7f15aa27d45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13A3FF-5F0B-4DB8-AB16-93AB559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敏感识别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4C87AA-650B-4EEB-9668-C29A8E9A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Sensitive Labeler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9D1686-30DD-4358-99D4-E1B9421B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003FF8-65C6-4E18-BAA9-A1579407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c07ab2a0e4073">
            <a:extLst>
              <a:ext uri="{96DAC541-7B7A-43D3-8B79-37D633B846F1}">
                <asvg:svgBlip xmlns:asvg="http://schemas.microsoft.com/office/drawing/2016/SVG/main" r:embed="R6feaa4d17ffb46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21B543-75B4-44AA-B52C-386484F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上下文最小化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A47862-4119-46C3-BF7C-EFEB506C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只留当前任务需要字段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A4E6DE-2B5E-4DFC-9780-11DB2C24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F4870B-DC30-41AD-B17B-C411713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9758f94af4eb7">
            <a:extLst>
              <a:ext uri="{96DAC541-7B7A-43D3-8B79-37D633B846F1}">
                <asvg:svgBlip xmlns:asvg="http://schemas.microsoft.com/office/drawing/2016/SVG/main" r:embed="R736415075e1042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0501A0-3C3B-4A4B-8F44-47193287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脱敏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5202F6-6E80-4F05-8060-4B9BAE49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&lt;REDACTED:...&gt;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3EBD8A-25F4-4764-BE95-5EAEDF12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41B432-7AE2-49F7-BAFF-BEBC26DD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fd3902643405d">
            <a:extLst>
              <a:ext uri="{96DAC541-7B7A-43D3-8B79-37D633B846F1}">
                <asvg:svgBlip xmlns:asvg="http://schemas.microsoft.com/office/drawing/2016/SVG/main" r:embed="Rff9f3bc69bcd47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8CE4DE-7BA3-4F65-87E3-D13AABA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输出协议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BE24D3-DB2B-4E93-9577-212ACF0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e1574a6ac4bb2">
            <a:extLst>
              <a:ext uri="{96DAC541-7B7A-43D3-8B79-37D633B846F1}">
                <asvg:svgBlip xmlns:asvg="http://schemas.microsoft.com/office/drawing/2016/SVG/main" r:embed="R7d02510351a94f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FB8945-38C7-4E4F-9E32-3EDCC275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B02E4C-17E2-45F8-A3E6-C721FA94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SafeContext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79A752-8CA8-4385-96C5-D7FB215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C77892-3EB5-485B-AA43-F7992033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7fcf8381e445e">
            <a:extLst>
              <a:ext uri="{96DAC541-7B7A-43D3-8B79-37D633B846F1}">
                <asvg:svgBlip xmlns:asvg="http://schemas.microsoft.com/office/drawing/2016/SVG/main" r:embed="R651aa10f775649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4B039E-860E-4FD5-8114-C8017EF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策略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AADA42-364A-402A-AB27-F334A28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不允许敏感值入模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B020EA-329B-44E7-8EC6-C9BBEE1D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2E07C2-7E71-4BAD-828A-9AB1BD6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702e38a784f35">
            <a:extLst>
              <a:ext uri="{96DAC541-7B7A-43D3-8B79-37D633B846F1}">
                <asvg:svgBlip xmlns:asvg="http://schemas.microsoft.com/office/drawing/2016/SVG/main" r:embed="R4c1cacfdad2e4f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DBAD17-2D76-4CF5-9021-11C1BBB7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移动端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137D67-FA8D-4C5C-9C30-7E09AEA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默认折叠敏感字段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E741F7-7E56-4255-AB06-1CF06081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F440E8-3CE6-43F6-B4F0-0B634098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c2545818d4671">
            <a:extLst>
              <a:ext uri="{96DAC541-7B7A-43D3-8B79-37D633B846F1}">
                <asvg:svgBlip xmlns:asvg="http://schemas.microsoft.com/office/drawing/2016/SVG/main" r:embed="R57a158c357ae4d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69C65B-9975-4AA3-A7D3-6D2E03B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999125-8AEF-4004-A1ED-EBA52892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敏感信息不让模型碰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D1CD09-2A72-41B4-832B-85322646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6c3e7ddcc4b2d">
            <a:extLst>
              <a:ext uri="{96DAC541-7B7A-43D3-8B79-37D633B846F1}">
                <asvg:svgBlip xmlns:asvg="http://schemas.microsoft.com/office/drawing/2016/SVG/main" r:embed="R660b004a4a8b4e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02336F-E6AA-4629-8244-A9766857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4C6A53D-A525-40D3-B53C-922E2D5D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权限检查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925F875-F839-4CA9-B8AD-AABABFB1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source 过滤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4006A5-8251-482B-A967-35EB8074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8c1fb483d4f06">
            <a:extLst>
              <a:ext uri="{96DAC541-7B7A-43D3-8B79-37D633B846F1}">
                <asvg:svgBlip xmlns:asvg="http://schemas.microsoft.com/office/drawing/2016/SVG/main" r:embed="R1345cfd1ac424a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81AA4CE-F236-4AC4-B8D0-72790D16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8C8F0B1-D9AB-4368-B4E2-FF94B223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敏感识别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327F3DE-1A8E-4B7F-8E6F-59358724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字段打标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9D3A8E1-73FD-44D2-9531-7A3D8ACD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385ab28ce4862">
            <a:extLst>
              <a:ext uri="{96DAC541-7B7A-43D3-8B79-37D633B846F1}">
                <asvg:svgBlip xmlns:asvg="http://schemas.microsoft.com/office/drawing/2016/SVG/main" r:embed="R8d9c7505a8294a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8C562EF-2663-4680-ABDF-62F45B17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6FFF598-7E50-4848-93E7-A968B04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上下文最小化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CFDBF2-07DB-4A37-B0F1-48EF03C2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压缩输入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096303-1927-4560-971B-0A2F823E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7037703fa4f2c">
            <a:extLst>
              <a:ext uri="{96DAC541-7B7A-43D3-8B79-37D633B846F1}">
                <asvg:svgBlip xmlns:asvg="http://schemas.microsoft.com/office/drawing/2016/SVG/main" r:embed="Rdcac38da2a3a48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CB6804A-FF7B-4CB8-823F-7161319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3548E5D-4982-4712-88DF-AD60197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SafeContext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1A4CD2-4D8D-4DD5-9536-E95DE1E3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安全入模</a:t>
            </a:r>
          </a:p>
        </p:txBody>
      </p:sp>
    </p:spTree>
    <p:extLst>
      <p:ext uri="{BB962C8B-B14F-4D97-AF65-F5344CB8AC3E}">
        <p14:creationId xmlns:p14="http://schemas.microsoft.com/office/powerpoint/2010/main" val="5202646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E8915-BA84-4643-B831-BCAD422B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f44eeb42c4f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F5A62-5D88-4527-9225-2576A7B4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Intent Parser：先理解用户目标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0b63e74054085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87544-38BD-499E-A0C7-226B07D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22606-7685-4887-89B5-136191E9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这一层只做目标理解和缺失槽位发现，不直接判最终风险，更不直接调用工具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0B665-3602-4937-A136-CBD98400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0D40-B09B-4BCA-9EFC-611007B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89c629f4540a5">
            <a:extLst>
              <a:ext uri="{96DAC541-7B7A-43D3-8B79-37D633B846F1}">
                <asvg:svgBlip xmlns:asvg="http://schemas.microsoft.com/office/drawing/2016/SVG/main" r:embed="Rd1221ded9e944c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5506A-DB43-4196-B314-5FFA6DC5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D7833-85E7-4B89-8CAB-2241AF0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6ec54daca4ff8">
            <a:extLst>
              <a:ext uri="{96DAC541-7B7A-43D3-8B79-37D633B846F1}">
                <asvg:svgBlip xmlns:asvg="http://schemas.microsoft.com/office/drawing/2016/SVG/main" r:embed="R3a75663596d24b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0033C-1F5C-49C3-BD24-75681CE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用户目标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0A165-BE99-4CBB-B70A-B71ECA8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把汇报发给客户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7978A-7D1C-4FF0-AF1B-8154760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9ACEC-6131-4D93-8947-20450447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afe93e25d4e13">
            <a:extLst>
              <a:ext uri="{96DAC541-7B7A-43D3-8B79-37D633B846F1}">
                <asvg:svgBlip xmlns:asvg="http://schemas.microsoft.com/office/drawing/2016/SVG/main" r:embed="R5867e161c8ee46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90F09-9DC9-4D86-B59D-2343CE7F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4E3EC-5B4F-4B33-958A-8FA36B2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SafeContext + 当前对象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74FE3-435F-4A5F-91EB-88B92C8A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6A260-4434-4598-A01D-C73199C2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6704d765a4f19">
            <a:extLst>
              <a:ext uri="{96DAC541-7B7A-43D3-8B79-37D633B846F1}">
                <asvg:svgBlip xmlns:asvg="http://schemas.microsoft.com/office/drawing/2016/SVG/main" r:embed="R6e457962209643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16668-91A4-4237-B07C-FFE0FCDA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10FA8-2B9E-4606-93DA-5EE5BE28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对象、收件人、版本可能缺失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C4EF13-A1D9-457A-902B-93A011A8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688A9-7372-428F-8695-AFEAF8A7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fb7d1f81f4f8d">
            <a:extLst>
              <a:ext uri="{96DAC541-7B7A-43D3-8B79-37D633B846F1}">
                <asvg:svgBlip xmlns:asvg="http://schemas.microsoft.com/office/drawing/2016/SVG/main" r:embed="R4fea7ac7967948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D31EE-348B-43F0-A5EE-B44B8C08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05C1E-5549-4F74-A683-17539354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外部文本只当数据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754EA-1EEC-45B0-BE4A-2C4A8736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5C50D-D571-4A05-A969-3A0A0C06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ec075775d4c7e">
            <a:extLst>
              <a:ext uri="{96DAC541-7B7A-43D3-8B79-37D633B846F1}">
                <asvg:svgBlip xmlns:asvg="http://schemas.microsoft.com/office/drawing/2016/SVG/main" r:embed="Rb1e158f7562645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99422-E159-4F2E-8DEF-D29AE35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解析动作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F394A-F0B1-4B97-9234-25A66C1C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3315d8e3c4c60">
            <a:extLst>
              <a:ext uri="{96DAC541-7B7A-43D3-8B79-37D633B846F1}">
                <asvg:svgBlip xmlns:asvg="http://schemas.microsoft.com/office/drawing/2016/SVG/main" r:embed="R187e67b982fc4d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0FC360-42C7-49FC-B751-98668918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抽取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9AA007-F086-47BA-9642-7B215AB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动作目标与关键槽位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5D5D14-23CB-4A9C-91A7-BF10234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4C13F0-E073-421A-AEB6-1711639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97e6ff92242da">
            <a:extLst>
              <a:ext uri="{96DAC541-7B7A-43D3-8B79-37D633B846F1}">
                <asvg:svgBlip xmlns:asvg="http://schemas.microsoft.com/office/drawing/2016/SVG/main" r:embed="R90bbfb5c2d3748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05F51A-B1DC-4ABD-A671-C41C9F4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识别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AAD9C3-6359-4202-AD7E-00A43B0F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缺失 recipient / amount / version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F5D694-ED9B-4EE7-9D85-4DB46227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0873DE-4575-4558-BF47-38D1B30B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8878e580f4755">
            <a:extLst>
              <a:ext uri="{96DAC541-7B7A-43D3-8B79-37D633B846F1}">
                <asvg:svgBlip xmlns:asvg="http://schemas.microsoft.com/office/drawing/2016/SVG/main" r:embed="R95ff76eac4cf4b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1673AC-297E-4497-9E8E-F5AAC710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E4ED33-A290-4C96-934E-42598C4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IntentFrame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2F79C4-98D6-48E3-AA25-0E306335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B5E3C3-2F29-41D6-B15A-A91C98A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4b18b90694c46">
            <a:extLst>
              <a:ext uri="{96DAC541-7B7A-43D3-8B79-37D633B846F1}">
                <asvg:svgBlip xmlns:asvg="http://schemas.microsoft.com/office/drawing/2016/SVG/main" r:embed="Reb122caed70f40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A1C646-2C33-4323-8062-66EEBF4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D91B46-0901-4F6B-BC36-E3BE0F3E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返回澄清卡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EFB853-7E38-4023-9E3F-3098868D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6B6922-60C1-4B47-B82B-A0AA7986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41c4679f941a4">
            <a:extLst>
              <a:ext uri="{96DAC541-7B7A-43D3-8B79-37D633B846F1}">
                <asvg:svgBlip xmlns:asvg="http://schemas.microsoft.com/office/drawing/2016/SVG/main" r:embed="R2f151f07908f40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84265F-2D7A-4411-B6FD-E62C7EE7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工程实现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37463B-BBCD-461F-AE4E-060442D4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d430265604642">
            <a:extLst>
              <a:ext uri="{96DAC541-7B7A-43D3-8B79-37D633B846F1}">
                <asvg:svgBlip xmlns:asvg="http://schemas.microsoft.com/office/drawing/2016/SVG/main" r:embed="R31f80a5148084f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BC5CAA-E5F2-4073-AFA6-E74B7761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00195A-90C8-44E7-93C2-0A7C2B8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只输出 JSON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3A0985-56B7-4EED-9D8E-4A09232E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8B2CE2-C178-482D-8066-5BD390FB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b32ed32f94705">
            <a:extLst>
              <a:ext uri="{96DAC541-7B7A-43D3-8B79-37D633B846F1}">
                <asvg:svgBlip xmlns:asvg="http://schemas.microsoft.com/office/drawing/2016/SVG/main" r:embed="R966aeb1db2dc4f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2AA71F-98C1-4AF1-B411-86538388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71E85B-BA63-4B6E-A195-4B5D2AA7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JSON Schema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ED4C5A-EF9A-433C-AADD-F9F2795F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E05E66-B4E4-49E8-9BC0-0B78B9B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433091b7c431e">
            <a:extLst>
              <a:ext uri="{96DAC541-7B7A-43D3-8B79-37D633B846F1}">
                <asvg:svgBlip xmlns:asvg="http://schemas.microsoft.com/office/drawing/2016/SVG/main" r:embed="R997748dbcb3a4e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1F2BC1-1AAA-45BE-AC3D-C3A8CA4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5AA4D3-C7F3-48BF-BE82-D09139F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不判最终风险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A66C73-8597-42C3-8974-E7B55D1C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7D2877-0880-4C89-9635-68D294C1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d63784d7842c5">
            <a:extLst>
              <a:ext uri="{96DAC541-7B7A-43D3-8B79-37D633B846F1}">
                <asvg:svgBlip xmlns:asvg="http://schemas.microsoft.com/office/drawing/2016/SVG/main" r:embed="R8d3a94a08a4a40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B45441-C0B1-4C69-88A9-6953A10A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65D952-7496-425A-8AE5-035EFAE5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先问清楚，再谈执行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1DDF32-2B13-4C78-881B-E8B7CB1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4f9ad0673458b">
            <a:extLst>
              <a:ext uri="{96DAC541-7B7A-43D3-8B79-37D633B846F1}">
                <asvg:svgBlip xmlns:asvg="http://schemas.microsoft.com/office/drawing/2016/SVG/main" r:embed="Rba313504aa1247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F9C0F4-722C-4DAE-AC5A-5BD13BC0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C55776B-0371-4C7A-87E1-8D4B5034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读安全上下文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2BF618-B845-45EB-BDF5-7493BDC2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SafeContext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3C599B-8830-41D2-826F-D3F258CE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8d63b83e944d7">
            <a:extLst>
              <a:ext uri="{96DAC541-7B7A-43D3-8B79-37D633B846F1}">
                <asvg:svgBlip xmlns:asvg="http://schemas.microsoft.com/office/drawing/2016/SVG/main" r:embed="R3031c5f4c8b44b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63CFD6-1A2D-4869-AE4B-BF88C8C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A4DEBE2-33BA-41A4-97AC-FBA51C4D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抽目标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CCBF0AF-145C-4A2E-ADD5-6F3AE286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IntentFrame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EB19B86-43CC-4395-8D72-ACC6852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a77fa3a784802">
            <a:extLst>
              <a:ext uri="{96DAC541-7B7A-43D3-8B79-37D633B846F1}">
                <asvg:svgBlip xmlns:asvg="http://schemas.microsoft.com/office/drawing/2016/SVG/main" r:embed="R998f4610d82d44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E2BED6-6DD3-450C-BA69-220F0CD2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0D397C-C61C-4C12-AACE-CCD3ED9E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找缺口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C64C2F-CA55-4FA7-ACC3-EFB7BBBA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missing_slots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A2F971-AA95-44FE-9867-4E8D16F7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61c0ac6884584">
            <a:extLst>
              <a:ext uri="{96DAC541-7B7A-43D3-8B79-37D633B846F1}">
                <asvg:svgBlip xmlns:asvg="http://schemas.microsoft.com/office/drawing/2016/SVG/main" r:embed="R5f5cbab0082940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B4D9FA3-A087-4E4B-AB8D-48A1A05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4A513C2-F07C-4F34-A651-3FFACE93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交下游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F8EBA4-9569-40B9-AFDE-8161C63C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ActionSpec</a:t>
            </a:r>
          </a:p>
        </p:txBody>
      </p:sp>
    </p:spTree>
    <p:extLst>
      <p:ext uri="{BB962C8B-B14F-4D97-AF65-F5344CB8AC3E}">
        <p14:creationId xmlns:p14="http://schemas.microsoft.com/office/powerpoint/2010/main" val="16671338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CE9DF-0682-4C49-8E6F-6293685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652674ada4c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C74AF-0E02-4017-B4DE-72E11E89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ActionSpec：把意图变成可判定动作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ea20631ee4b59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AF4FC-A0B8-40C3-9956-6437F9D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513C2-33A0-43BE-82CB-B5522FF2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ActionSpec 是风险判断中心对象：动作类型、对象范围、数据类别、状态变化、可撤销性都在这里定型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69939-74C6-4C37-BB06-6FCEDA2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1978B-915F-4BD1-9D6E-B994BC7F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e6c10022b49f1">
            <a:extLst>
              <a:ext uri="{96DAC541-7B7A-43D3-8B79-37D633B846F1}">
                <asvg:svgBlip xmlns:asvg="http://schemas.microsoft.com/office/drawing/2016/SVG/main" r:embed="Ra58c1cd57c074e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98760-B42F-4642-A0EE-2706535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FA61F-9B96-44E1-8B75-1D60DB76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f9ef6c65f4784">
            <a:extLst>
              <a:ext uri="{96DAC541-7B7A-43D3-8B79-37D633B846F1}">
                <asvg:svgBlip xmlns:asvg="http://schemas.microsoft.com/office/drawing/2016/SVG/main" r:embed="R4953a3aef88243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ECDA2-1F70-43D4-B271-DD21F31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CCF49-13DF-4E90-A390-B7399A4E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action_type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8F4BA-7D2B-40EF-A7B3-919617F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C5799-5DCB-4359-B9DD-5574D879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a3c8b62a54668">
            <a:extLst>
              <a:ext uri="{96DAC541-7B7A-43D3-8B79-37D633B846F1}">
                <asvg:svgBlip xmlns:asvg="http://schemas.microsoft.com/office/drawing/2016/SVG/main" r:embed="R04f58ade71e245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097AB-F976-4642-A4A0-D03BEF8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7DA6E-C5D1-4629-84D9-708C551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target_scope / target_system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434B4-3076-425F-8A23-AB44407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D9B20-5E94-4F2C-AA44-B5C82CCF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deb4faa204475">
            <a:extLst>
              <a:ext uri="{96DAC541-7B7A-43D3-8B79-37D633B846F1}">
                <asvg:svgBlip xmlns:asvg="http://schemas.microsoft.com/office/drawing/2016/SVG/main" r:embed="R4206ff5cd15143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04027-6D0A-4C43-93AF-2AEC487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6B515-4F62-4E44-9E15-31FE73D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data_classes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A40D9-521B-4DDA-9096-B7D4A27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D7F40-789B-4E7F-95B6-BFDCBB7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54541c34a43d0">
            <a:extLst>
              <a:ext uri="{96DAC541-7B7A-43D3-8B79-37D633B846F1}">
                <asvg:svgBlip xmlns:asvg="http://schemas.microsoft.com/office/drawing/2016/SVG/main" r:embed="R6887cbb56ac141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0308C6-FE74-4621-BDE5-06D2FF65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5FCC9-2450-445F-BF44-E56C1A0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state_change / reversibility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3F0960-0DE8-4141-8F54-E0CAF6B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58A824-7339-473C-BD01-A20CE8CC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aba48e5b9407f">
            <a:extLst>
              <a:ext uri="{96DAC541-7B7A-43D3-8B79-37D633B846F1}">
                <asvg:svgBlip xmlns:asvg="http://schemas.microsoft.com/office/drawing/2016/SVG/main" r:embed="Rb09ed340c3bc46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7B27F1-7C09-4406-9F35-A20411B6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D7466C-117E-4643-A412-2EA98940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d4d830c5f4df2">
            <a:extLst>
              <a:ext uri="{96DAC541-7B7A-43D3-8B79-37D633B846F1}">
                <asvg:svgBlip xmlns:asvg="http://schemas.microsoft.com/office/drawing/2016/SVG/main" r:embed="R067e499df1a04e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AC40BC-0E81-44ED-B1C4-71AEAAAB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8DFC15-4D7C-4FFA-8326-F0818605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send_email_external 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0802AE-41A3-4669-8D00-2518EEE2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6E7238-E129-44E5-9B84-B9C8C827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c4ac96a4d4927">
            <a:extLst>
              <a:ext uri="{96DAC541-7B7A-43D3-8B79-37D633B846F1}">
                <asvg:svgBlip xmlns:asvg="http://schemas.microsoft.com/office/drawing/2016/SVG/main" r:embed="R06fc9b36404f42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738C1B-7E3F-449C-819F-1982DD8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9DC1A2-6A54-4DA3-BDEC-71B1842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device.type / network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2ED524-011E-4CE0-B50F-57B1E90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B31E63-400D-4428-AFCC-E5BDD430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90463d187407d">
            <a:extLst>
              <a:ext uri="{96DAC541-7B7A-43D3-8B79-37D633B846F1}">
                <asvg:svgBlip xmlns:asvg="http://schemas.microsoft.com/office/drawing/2016/SVG/main" r:embed="R14f70abd75db40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9EA862-DFAC-4060-8B07-465F5E86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447BBD-1319-44A0-87A2-27656106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user_role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BD842D-79BC-4830-82D4-4024BC37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4DC544-7147-4671-8485-71D83FFA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4643320d6417d">
            <a:extLst>
              <a:ext uri="{96DAC541-7B7A-43D3-8B79-37D633B846F1}">
                <asvg:svgBlip xmlns:asvg="http://schemas.microsoft.com/office/drawing/2016/SVG/main" r:embed="R9d059511c3eb4c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FCBD14-B733-42C5-9422-A3258A0F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下限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4E35FB-3CDB-4223-B34A-769CBCB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policy_floor 候选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B41989-D9FB-4F89-AE8D-5C864FE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231F41-E1AB-4108-AA81-214A36D1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6b86d1f7c4570">
            <a:extLst>
              <a:ext uri="{96DAC541-7B7A-43D3-8B79-37D633B846F1}">
                <asvg:svgBlip xmlns:asvg="http://schemas.microsoft.com/office/drawing/2016/SVG/main" r:embed="R21bd2bd5e64249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F43448-2AEC-4A26-92C5-669A0D39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输出边界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EDEBE5-2B43-4E24-984E-E2D753DF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26a74bb3749d4">
            <a:extLst>
              <a:ext uri="{96DAC541-7B7A-43D3-8B79-37D633B846F1}">
                <asvg:svgBlip xmlns:asvg="http://schemas.microsoft.com/office/drawing/2016/SVG/main" r:embed="R7d14207c139644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E2460C-E90D-4B5A-9838-2E656E8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05E380-E42B-48D2-A93A-54154C8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ActionSpec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7ED221-3B3C-4D83-9BB0-C8A9905D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141E53-CF26-4505-9DF7-C7C6E07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2984671424c6c">
            <a:extLst>
              <a:ext uri="{96DAC541-7B7A-43D3-8B79-37D633B846F1}">
                <asvg:svgBlip xmlns:asvg="http://schemas.microsoft.com/office/drawing/2016/SVG/main" r:embed="R6c0ba000d77a4d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B06A41-E2DB-4408-A5BA-D383C6C1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下一跳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49B1D8-51A5-43C9-A82D-A0139C01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Example Retriever / Rule Engine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80CD49-D44A-4CF5-BBB8-A7660759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DE6F0A-1D7A-4AA8-B582-42D3FB8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1aaec097040c6">
            <a:extLst>
              <a:ext uri="{96DAC541-7B7A-43D3-8B79-37D633B846F1}">
                <asvg:svgBlip xmlns:asvg="http://schemas.microsoft.com/office/drawing/2016/SVG/main" r:embed="Reb1e9d560dd34b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15FBEF-044F-4B91-85FA-6FE01426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7F6340-D5DF-4ACC-BCD7-C6D8D4FD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不替用户执行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F9C489-E773-42CA-9EBD-C0C3E256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48B7F6-6346-4183-A13E-16DB13A7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8d7cd0d5a4fad">
            <a:extLst>
              <a:ext uri="{96DAC541-7B7A-43D3-8B79-37D633B846F1}">
                <asvg:svgBlip xmlns:asvg="http://schemas.microsoft.com/office/drawing/2016/SVG/main" r:embed="Rd0b20497fae04f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C345CF-F33A-4B5A-A6AA-9D5795D0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58A340-7AE1-4EA8-848A-C664FB2E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动作结构化后才能治理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1AAC47-DD30-4166-B2A7-17FBF508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2f532cd12491e">
            <a:extLst>
              <a:ext uri="{96DAC541-7B7A-43D3-8B79-37D633B846F1}">
                <asvg:svgBlip xmlns:asvg="http://schemas.microsoft.com/office/drawing/2016/SVG/main" r:embed="R8d5074dcfc4f4e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F568FC-84DC-4EC2-A1DE-4F96BC71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20A292-CF82-4CD5-9FAA-A4E684D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动作分类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E9D186-4996-44F2-8F26-18537FD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action_type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A21419-30E8-432C-B3FF-A0A1AF65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049e66adc4f78">
            <a:extLst>
              <a:ext uri="{96DAC541-7B7A-43D3-8B79-37D633B846F1}">
                <asvg:svgBlip xmlns:asvg="http://schemas.microsoft.com/office/drawing/2016/SVG/main" r:embed="R14ac2dfd64834b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897D18-081D-4677-94AA-E348CD7B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2E729F-347E-4E34-A4E1-E2FE3036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对象定界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CE922C-9208-4C88-9143-6D31B71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target_scope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379C1B5-E280-4FF8-93F6-9BA65A72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7de1091e5440e">
            <a:extLst>
              <a:ext uri="{96DAC541-7B7A-43D3-8B79-37D633B846F1}">
                <asvg:svgBlip xmlns:asvg="http://schemas.microsoft.com/office/drawing/2016/SVG/main" r:embed="R25e9b1eedf2440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30A138-669F-4E2F-9212-55D18DA7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BA6FEF-6E7C-4E96-AFF1-35D607F0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数据分类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A6A874-7A77-4F74-8813-FBE27F23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data_classes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2D32B2-07C9-4737-BDC1-0104394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d6d95408c41f1">
            <a:extLst>
              <a:ext uri="{96DAC541-7B7A-43D3-8B79-37D633B846F1}">
                <asvg:svgBlip xmlns:asvg="http://schemas.microsoft.com/office/drawing/2016/SVG/main" r:embed="R53e5f0bb345547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BCE74F-3826-4247-9BD0-47C729D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DE49EF6-CBB9-4BE3-88E2-EE5B830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写入协议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0F4D8D2-4453-4FD6-9114-B3BB289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ActionSpec</a:t>
            </a:r>
          </a:p>
        </p:txBody>
      </p:sp>
    </p:spTree>
    <p:extLst>
      <p:ext uri="{BB962C8B-B14F-4D97-AF65-F5344CB8AC3E}">
        <p14:creationId xmlns:p14="http://schemas.microsoft.com/office/powerpoint/2010/main" val="4934437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BDB7D-BEFC-4E18-90A0-2EF6DBF6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2b47c89424f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ECA85-8338-4999-A336-7600EB2A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Example Retriever：用样例补风险边界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0b54c43434e14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03036-946E-4BBB-9990-A182CC1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47E16-4389-45F8-9E30-BC2BF4FA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P0 不微调也能做：用脱敏结构化样例告诉模型 L1-L5 的边界长什么样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1A687-3570-4CF1-B8D2-7B763D74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9E593-33A2-43F1-915F-386E79C7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726c20ec54eb5">
            <a:extLst>
              <a:ext uri="{96DAC541-7B7A-43D3-8B79-37D633B846F1}">
                <asvg:svgBlip xmlns:asvg="http://schemas.microsoft.com/office/drawing/2016/SVG/main" r:embed="R6e23c3f5822845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BF1AD-C8F8-48C7-933E-843FC471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为什么需要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09E04-8686-42D6-8B99-0D179CBD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1fc69310d4969">
            <a:extLst>
              <a:ext uri="{96DAC541-7B7A-43D3-8B79-37D633B846F1}">
                <asvg:svgBlip xmlns:asvg="http://schemas.microsoft.com/office/drawing/2016/SVG/main" r:embed="Rdf89299e512648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F282B-3D9E-4F7D-B1EE-A5C6EA53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2B353-A123-408A-B7E5-7BAA6452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没有现成办公风险数据集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F4B9E-50D6-4DEC-8895-5736E9B7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453D6-8B75-40AD-87AE-89D97C33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40235cc35470d">
            <a:extLst>
              <a:ext uri="{96DAC541-7B7A-43D3-8B79-37D633B846F1}">
                <asvg:svgBlip xmlns:asvg="http://schemas.microsoft.com/office/drawing/2016/SVG/main" r:embed="Rab378a5522db4a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7ED99-FF8F-4DF4-9488-FED72C3B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AD289-B600-4166-B709-8CD75D8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让模型看懂边界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C7DFF-DE53-478E-95A9-EF4F119B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D3F13-1018-4C10-8675-7462F76C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080bfe4854331">
            <a:extLst>
              <a:ext uri="{96DAC541-7B7A-43D3-8B79-37D633B846F1}">
                <asvg:svgBlip xmlns:asvg="http://schemas.microsoft.com/office/drawing/2016/SVG/main" r:embed="R2542c2efcc0c4b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FEFF2-5279-43E3-882B-409688D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C64C2-C18F-4F7B-BFAE-E76A43AB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脱敏结构化样例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BF828-A24E-4D48-A5BC-12A48E76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4F6D4-A663-4640-A523-7A30E791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d418ae87b4909">
            <a:extLst>
              <a:ext uri="{96DAC541-7B7A-43D3-8B79-37D633B846F1}">
                <asvg:svgBlip xmlns:asvg="http://schemas.microsoft.com/office/drawing/2016/SVG/main" r:embed="R36955399c24242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6507A-B585-4CA3-91BF-3A467C55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EA9E2-D1F5-42CF-99C5-8673679A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不存真实合同/邮件全文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58ABAE-33DA-4E02-8B41-D1A56631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7D08B7-8187-4C7F-A511-BC2C41F7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53636a2a448de">
            <a:extLst>
              <a:ext uri="{96DAC541-7B7A-43D3-8B79-37D633B846F1}">
                <asvg:svgBlip xmlns:asvg="http://schemas.microsoft.com/office/drawing/2016/SVG/main" r:embed="R28e74af04baa40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EC2AC5-6156-433F-9F3F-717D08A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检索策略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515944-B868-469E-BFC4-22DD48DC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9c0021f184497">
            <a:extLst>
              <a:ext uri="{96DAC541-7B7A-43D3-8B79-37D633B846F1}">
                <asvg:svgBlip xmlns:asvg="http://schemas.microsoft.com/office/drawing/2016/SVG/main" r:embed="R7e18dfd1011c43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7C078-499F-4873-887E-7C1F510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主权重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D2291A-691D-4E3C-9B66-6682AC77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action_type +40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B32401-BBFC-4FCA-8C89-B5B333F4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3F1296-B2BB-4D01-A3EA-D530AE8C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ff5e85ae04090">
            <a:extLst>
              <a:ext uri="{96DAC541-7B7A-43D3-8B79-37D633B846F1}">
                <asvg:svgBlip xmlns:asvg="http://schemas.microsoft.com/office/drawing/2016/SVG/main" r:embed="Re1aa661e196b42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1CD68E-B589-4174-BF04-BC7F0AC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数据重合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634A85-E41A-45A8-89BF-D4A3F094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data_classes +25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23CA7F-FE89-4C65-96AC-FB52FB57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8CED77-D678-42FE-84DB-7577833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d742a9bbd4230">
            <a:extLst>
              <a:ext uri="{96DAC541-7B7A-43D3-8B79-37D633B846F1}">
                <asvg:svgBlip xmlns:asvg="http://schemas.microsoft.com/office/drawing/2016/SVG/main" r:embed="Rf6e738f4c1ca49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4760B4-0AE9-40AA-879C-D6E51A67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5FB75C-3827-4EA1-BB69-CE6F8C2B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target_scope +15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668D28-E7F7-49FF-B50C-0CCEAAF7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CAD673-A962-4AF9-B17F-80795B2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0a999d376446c">
            <a:extLst>
              <a:ext uri="{96DAC541-7B7A-43D3-8B79-37D633B846F1}">
                <asvg:svgBlip xmlns:asvg="http://schemas.microsoft.com/office/drawing/2016/SVG/main" r:embed="Rc397cbb38e5646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8E15BB-9289-473A-BDC2-5BB14641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补样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F3B6E5-72B0-462A-8D6B-4F60F39E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高风险样例 + 灰区样例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2E2595-21C6-413A-9D43-81DC2A3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DF889D-B377-4C10-84A4-55D8C78D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7b06f7758432e">
            <a:extLst>
              <a:ext uri="{96DAC541-7B7A-43D3-8B79-37D633B846F1}">
                <asvg:svgBlip xmlns:asvg="http://schemas.microsoft.com/office/drawing/2016/SVG/main" r:embed="R0ee6c94d693644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07F850-BCFE-4361-AA23-ECD54773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输出与升级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034E4D-F2F9-4C1B-9043-BCB6F5D6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219e4863f42b8">
            <a:extLst>
              <a:ext uri="{96DAC541-7B7A-43D3-8B79-37D633B846F1}">
                <asvg:svgBlip xmlns:asvg="http://schemas.microsoft.com/office/drawing/2016/SVG/main" r:embed="R513562df54504f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BEA0A3-C316-4528-8521-7B4DE95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312EA7-6D48-4F4E-9705-4250A06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RiskExamples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7C231D-5E81-4C09-A6BA-8FCD5EC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D0CEC1-8403-4A04-9281-85F674F3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ecc18134c4526">
            <a:extLst>
              <a:ext uri="{96DAC541-7B7A-43D3-8B79-37D633B846F1}">
                <asvg:svgBlip xmlns:asvg="http://schemas.microsoft.com/office/drawing/2016/SVG/main" r:embed="R0b7f9c39211b40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06AE54-5F30-4D05-9A40-B437638C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724305-A492-463D-89CA-1DE4C1A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JSON 线性检索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250993-5DF8-47AA-9545-FBB6EF4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12155E-0B42-4E4B-AC19-DA375F2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3d693c8de450f">
            <a:extLst>
              <a:ext uri="{96DAC541-7B7A-43D3-8B79-37D633B846F1}">
                <asvg:svgBlip xmlns:asvg="http://schemas.microsoft.com/office/drawing/2016/SVG/main" r:embed="R77a5d57de8634b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50F2AD-C7DC-4BC6-B1E7-5CFA39FC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86C15F-3B5C-41B5-9B60-244D9BE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embedding + faiss/chroma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97559DF-DDDF-487F-8FBB-2655DD06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D06FF1-2920-49A1-849F-BC624A4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9fb215a924ebe">
            <a:extLst>
              <a:ext uri="{96DAC541-7B7A-43D3-8B79-37D633B846F1}">
                <asvg:svgBlip xmlns:asvg="http://schemas.microsoft.com/office/drawing/2016/SVG/main" r:embed="R9a7c66374fdb45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6B428E-7271-40A3-9DBB-0F9761E4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A8A6E0-C045-4616-A179-F5BC3761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样例让建议更稳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33FC73-5B50-4B8D-B129-04023909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a4daa49f947e0">
            <a:extLst>
              <a:ext uri="{96DAC541-7B7A-43D3-8B79-37D633B846F1}">
                <asvg:svgBlip xmlns:asvg="http://schemas.microsoft.com/office/drawing/2016/SVG/main" r:embed="R05ee42c04eac4f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1E4354-D1C9-440F-BB96-5C9AEDC4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476DE1-FAD8-4B3D-9873-E07F1F25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字段打分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3CECA2-7B00-4667-B15C-4F315B7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多字段匹配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E01815-FC59-4E1B-B136-65B0C0F2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9db4c9b804936">
            <a:extLst>
              <a:ext uri="{96DAC541-7B7A-43D3-8B79-37D633B846F1}">
                <asvg:svgBlip xmlns:asvg="http://schemas.microsoft.com/office/drawing/2016/SVG/main" r:embed="R358605dc10014e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31381A7-E493-4AE3-8122-6724653A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D0CA1E-B17F-4CAE-8B9D-4F5B948D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相似样例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D70E83-8A79-43AE-8C3E-490B20D1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Top3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96817C-C0D4-4898-93A8-6C4A71D4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5541bab52414e">
            <a:extLst>
              <a:ext uri="{96DAC541-7B7A-43D3-8B79-37D633B846F1}">
                <asvg:svgBlip xmlns:asvg="http://schemas.microsoft.com/office/drawing/2016/SVG/main" r:embed="R934bf2f49e0e44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5E39DF-646D-494E-8C14-A3C343B2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970DAD-601E-40FB-8B22-7E61673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高风险补样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0C7058-1000-4953-8505-879D07C7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Top2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607949-C216-43DD-BBA9-EF76EDD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5dfd0beb6431c">
            <a:extLst>
              <a:ext uri="{96DAC541-7B7A-43D3-8B79-37D633B846F1}">
                <asvg:svgBlip xmlns:asvg="http://schemas.microsoft.com/office/drawing/2016/SVG/main" r:embed="Rbe880cded74f4a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23FCB54-2A8E-4A2B-810A-3BFA4735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528EE27-7391-4473-BE2B-8D5EBD98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送入模型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165F5A-638F-43F9-AF32-AA8C2F1E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few-shot</a:t>
            </a:r>
          </a:p>
        </p:txBody>
      </p:sp>
    </p:spTree>
    <p:extLst>
      <p:ext uri="{BB962C8B-B14F-4D97-AF65-F5344CB8AC3E}">
        <p14:creationId xmlns:p14="http://schemas.microsoft.com/office/powerpoint/2010/main" val="13524442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D57B3-84AD-43E1-9D21-11A52AC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789d44ad245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5F665-1E3E-49E3-9607-27C30F51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Qwen Judge：模型只给建议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62d6d98e84d43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E80A4-1CAF-42A9-8D80-0837602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0D6AA-F2CF-41FB-9FC2-D9AB8ADB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Qwen 输出风险建议、分数和 reason codes；最终能不能执行仍由规则、权限和 Human Gate 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BAA62-561D-40AE-8068-B05B90D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D7A2C-7F11-4428-AB6A-CF09CD9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303a93c1f4ac7">
            <a:extLst>
              <a:ext uri="{96DAC541-7B7A-43D3-8B79-37D633B846F1}">
                <asvg:svgBlip xmlns:asvg="http://schemas.microsoft.com/office/drawing/2016/SVG/main" r:embed="Rf715e705505a42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9147A-2C2C-40CA-8B4C-CB9E20AE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7C787-A37F-49E3-88E9-CE6C9694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4b3ccb01549ca">
            <a:extLst>
              <a:ext uri="{96DAC541-7B7A-43D3-8B79-37D633B846F1}">
                <asvg:svgBlip xmlns:asvg="http://schemas.microsoft.com/office/drawing/2016/SVG/main" r:embed="Rfebdf666c8024a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B1346-9C62-4E6E-ACD3-FA8DA84A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E4797-7382-4469-8CD8-4F869E0D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A0889-49F2-4EF6-A4D5-B9945E35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531DA-70A7-4ACF-A165-21E7D11A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e8546a5da4436">
            <a:extLst>
              <a:ext uri="{96DAC541-7B7A-43D3-8B79-37D633B846F1}">
                <asvg:svgBlip xmlns:asvg="http://schemas.microsoft.com/office/drawing/2016/SVG/main" r:embed="R29d13ca20b1d4a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0674D-4D96-4FCD-AB70-769728A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3CEF9-309D-416C-B7DB-8CFA3A85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SafeContext 摘要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BB73B-2269-4382-9336-8635873F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A97D5-8E9C-4883-AC6E-D36F1A94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1c2a47ea146c3">
            <a:extLst>
              <a:ext uri="{96DAC541-7B7A-43D3-8B79-37D633B846F1}">
                <asvg:svgBlip xmlns:asvg="http://schemas.microsoft.com/office/drawing/2016/SVG/main" r:embed="R40867bddb1b64b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B474B-0C2E-4504-8AEC-850CF93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样例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0EEE0-EC1F-45A1-93F6-71C48BC4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RiskExamples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D1C9B-6D45-4D85-BAAA-CBD2FDB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ED24C-17DE-4CD7-8FFF-298188ED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7eb46fbc74bc7">
            <a:extLst>
              <a:ext uri="{96DAC541-7B7A-43D3-8B79-37D633B846F1}">
                <asvg:svgBlip xmlns:asvg="http://schemas.microsoft.com/office/drawing/2016/SVG/main" r:embed="R105b9167171049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29F1B-8D2F-4CE4-804F-9761367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0E3D9-1401-4EB7-B2EF-7A4ABBB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敏感明文不入模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6E563-442F-4D33-856D-885031D2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716B14-C241-4CE6-9A3D-7EE272D6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57614d2584e79">
            <a:extLst>
              <a:ext uri="{96DAC541-7B7A-43D3-8B79-37D633B846F1}">
                <asvg:svgBlip xmlns:asvg="http://schemas.microsoft.com/office/drawing/2016/SVG/main" r:embed="R4a40cf7f091046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0AAC6-457A-46FB-B65D-A421FDA9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7760F2-C3B9-479D-BEFC-D640D9F5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3d36581ed44fa">
            <a:extLst>
              <a:ext uri="{96DAC541-7B7A-43D3-8B79-37D633B846F1}">
                <asvg:svgBlip xmlns:asvg="http://schemas.microsoft.com/office/drawing/2016/SVG/main" r:embed="R87afb0a3872446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7C4AB0-8C66-4896-B2CB-51304EC3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等级建议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12C4EB-07D5-4CD7-BA9B-AB700A09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risk_level_suggestion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810B13-789E-463F-A9D5-854B1808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0011CB-9709-49D1-946E-FEAB1CA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8e99c22054d6f">
            <a:extLst>
              <a:ext uri="{96DAC541-7B7A-43D3-8B79-37D633B846F1}">
                <asvg:svgBlip xmlns:asvg="http://schemas.microsoft.com/office/drawing/2016/SVG/main" r:embed="Rfce9896fc4394d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F2CF65-76C4-448E-91FD-436EEFE3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分数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644595-4C38-4835-BC4B-64940D1E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risk_score_suggestion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C6D882-D1B6-41AD-BCA4-206BC4B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9A0C77-6ABC-418F-B4DD-723F3E98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7301ab6ff4b2e">
            <a:extLst>
              <a:ext uri="{96DAC541-7B7A-43D3-8B79-37D633B846F1}">
                <asvg:svgBlip xmlns:asvg="http://schemas.microsoft.com/office/drawing/2016/SVG/main" r:embed="R0e290fd9645243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A13B1E-D421-4418-87CE-5988CB9F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9FF1CE-887D-4A9F-B044-42B4C3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reason_codes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F29916-A441-4E75-9977-78DF54C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EBC3A5-E54A-4240-8F1D-26C89EFF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3b29b74aa487b">
            <a:extLst>
              <a:ext uri="{96DAC541-7B7A-43D3-8B79-37D633B846F1}">
                <asvg:svgBlip xmlns:asvg="http://schemas.microsoft.com/office/drawing/2016/SVG/main" r:embed="Rccb5272e608b4f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C84752-0BAF-4AA6-87E6-B220306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9A655A-AA57-45A2-BF4B-3EFE964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7BBD9B-3A32-4D21-B936-7479F3DE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6C95FF-F0B7-4D94-93C0-0ACC37D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802336e664495">
            <a:extLst>
              <a:ext uri="{96DAC541-7B7A-43D3-8B79-37D633B846F1}">
                <asvg:svgBlip xmlns:asvg="http://schemas.microsoft.com/office/drawing/2016/SVG/main" r:embed="R0fe003de8e9e4d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9EEE27-39DF-4745-9FB5-2C1A94B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工程兜底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7D6F29-0E54-45AC-8C39-4C82BBE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866a250d849b2">
            <a:extLst>
              <a:ext uri="{96DAC541-7B7A-43D3-8B79-37D633B846F1}">
                <asvg:svgBlip xmlns:asvg="http://schemas.microsoft.com/office/drawing/2016/SVG/main" r:embed="Rb128703b51144f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E5271F-4244-4448-B452-E9A7BB4E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1584A2-65CB-4FB1-8D9A-DC08562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只收 JSON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FABFD8-50C0-4681-BCA5-F31AA562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16D72F-14C4-4F7F-BF96-CC81C25D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3dff2bf2f4c8f">
            <a:extLst>
              <a:ext uri="{96DAC541-7B7A-43D3-8B79-37D633B846F1}">
                <asvg:svgBlip xmlns:asvg="http://schemas.microsoft.com/office/drawing/2016/SVG/main" r:embed="R8795654344ec46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1EF1CD-147E-4F40-BBB9-9CB58005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394B62-9732-4BBA-B153-79EE2C95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超时/非法 JSON 回退规则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4BA92C-4D0B-44F7-8393-F3D380D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AD8837-0CAF-40F8-9A4E-0D2609F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9ec6cce894dcb">
            <a:extLst>
              <a:ext uri="{96DAC541-7B7A-43D3-8B79-37D633B846F1}">
                <asvg:svgBlip xmlns:asvg="http://schemas.microsoft.com/office/drawing/2016/SVG/main" r:embed="Rf4027855cb2944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C2EED6-91D5-4D62-993D-4FD2D73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5AD444-2506-40D5-B80D-36CAC0F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不决定最终放行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0FCDD6-F143-4E03-8D71-AFBD323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2073E5A-48CD-4183-8987-918A964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d7c9db85b47f1">
            <a:extLst>
              <a:ext uri="{96DAC541-7B7A-43D3-8B79-37D633B846F1}">
                <asvg:svgBlip xmlns:asvg="http://schemas.microsoft.com/office/drawing/2016/SVG/main" r:embed="R570d40c45d6f46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2929DF6-7773-469C-AC7C-0EDF3152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490953-2B21-42F2-A71F-AD601AB5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模型建议，规则裁决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8870FB-16F3-4D98-96B2-49BA919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943d8a3e749f1">
            <a:extLst>
              <a:ext uri="{96DAC541-7B7A-43D3-8B79-37D633B846F1}">
                <asvg:svgBlip xmlns:asvg="http://schemas.microsoft.com/office/drawing/2016/SVG/main" r:embed="R4d224da89a0542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76B46F-E8D3-4ED8-8444-59310100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02E5403-6204-4410-83A8-393284FB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组 Prompt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82530F-2000-47A3-A5AC-5B66C55C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安全上下文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582BED-6E12-499D-A92C-98083B6C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0bc42712f4650">
            <a:extLst>
              <a:ext uri="{96DAC541-7B7A-43D3-8B79-37D633B846F1}">
                <asvg:svgBlip xmlns:asvg="http://schemas.microsoft.com/office/drawing/2016/SVG/main" r:embed="Rfdb710d11eb54d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8ECDAA-309E-43AF-9012-386F9114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9C07BE-FABC-4B57-91A2-8D825CB5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调用 Qwen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8BD4DF-EB27-4208-B252-58CD08FC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AC4E967-78B6-4BDD-AE59-7F57CFB2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15fe4391f493d">
            <a:extLst>
              <a:ext uri="{96DAC541-7B7A-43D3-8B79-37D633B846F1}">
                <asvg:svgBlip xmlns:asvg="http://schemas.microsoft.com/office/drawing/2016/SVG/main" r:embed="Rb588e621a72249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8EC568-8794-46B4-BA1A-4DB0E0C2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36733C2-86CE-45EB-A79F-3A4DF4F5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校验 JSON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D20D14-1752-464C-8905-6A3362CF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E50290-1B1C-4095-8BC6-756F0068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9b28d860f4e94">
            <a:extLst>
              <a:ext uri="{96DAC541-7B7A-43D3-8B79-37D633B846F1}">
                <asvg:svgBlip xmlns:asvg="http://schemas.microsoft.com/office/drawing/2016/SVG/main" r:embed="R1c5538ee365748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4816433-ECEF-4BE6-A3D5-BB0560D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D15BDFC-BD8F-42A2-8B95-E9E16A3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传给融合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0F3DDE7-E507-460B-9E34-9A28787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ModelSuggestion</a:t>
            </a:r>
          </a:p>
        </p:txBody>
      </p:sp>
    </p:spTree>
    <p:extLst>
      <p:ext uri="{BB962C8B-B14F-4D97-AF65-F5344CB8AC3E}">
        <p14:creationId xmlns:p14="http://schemas.microsoft.com/office/powerpoint/2010/main" val="1875843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677D4-B8B3-4A65-B3FD-A60C86B0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3d65aeba849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722B5-928A-4965-95C7-90BACEAF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Rule Engine：硬门槛优先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bbd0d84404a71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1E97F-7662-4C0A-BC1B-85BBACCC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5A0F1-4796-4094-BAD7-E35ACF18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规则不追求聪明，追求稳定：外发至少 L4，价格承诺/付款/权限变更等受限动作直接 L5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20260-F958-4D3F-B45B-A477F92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FF05E-E668-480E-BADD-5365AF33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ccef4690c40da">
            <a:extLst>
              <a:ext uri="{96DAC541-7B7A-43D3-8B79-37D633B846F1}">
                <asvg:svgBlip xmlns:asvg="http://schemas.microsoft.com/office/drawing/2016/SVG/main" r:embed="Rfd79b0f8250f47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62FB9-7FB5-420C-88E2-920E194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48014-781A-4D62-82EB-D9CA61E5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d268157dd4d1c">
            <a:extLst>
              <a:ext uri="{96DAC541-7B7A-43D3-8B79-37D633B846F1}">
                <asvg:svgBlip xmlns:asvg="http://schemas.microsoft.com/office/drawing/2016/SVG/main" r:embed="Ra2ade23acaa74e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FC2EE-2456-4F5C-8CEE-944F3CD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外发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CD1EC-B726-4080-9B1B-EF09911F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external_send_requires_l4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8278F-9905-4C1A-B04E-D66DC25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6BF51-FCAC-4F3D-A372-C63D4E3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a3c34180c44c3">
            <a:extLst>
              <a:ext uri="{96DAC541-7B7A-43D3-8B79-37D633B846F1}">
                <asvg:svgBlip xmlns:asvg="http://schemas.microsoft.com/office/drawing/2016/SVG/main" r:embed="R2b76f533b6a64c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D7D5A-9D6B-4F5A-93E4-07957DB4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受限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AA218-7239-43C5-83A7-A0B1D3D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pricing/付款/权限 → L5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4BF70-3204-4B81-A73A-8359DEEA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D2B76-6B63-4038-BF91-64F4FFCD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f9af27da74d93">
            <a:extLst>
              <a:ext uri="{96DAC541-7B7A-43D3-8B79-37D633B846F1}">
                <asvg:svgBlip xmlns:asvg="http://schemas.microsoft.com/office/drawing/2016/SVG/main" r:embed="Rd236640a80094f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6FA8C-02A3-49A0-90DC-547A750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槽位缺失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CDC1F-3346-41D8-ADFE-901A2046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关键字段缺失先澄清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80752-5F8C-42B1-9A42-8140A27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A94E3-3B72-41FB-BAB3-86B541BE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b6f2755b84981">
            <a:extLst>
              <a:ext uri="{96DAC541-7B7A-43D3-8B79-37D633B846F1}">
                <asvg:svgBlip xmlns:asvg="http://schemas.microsoft.com/office/drawing/2016/SVG/main" r:embed="Ra13c474fd18d4c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1541A-C788-44C0-AE7B-CB5A8898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移动端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8A0CDD-FE95-41B6-9648-48D45659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L3+ 增强确认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23FF2-6C6F-425C-BE7D-3B46C12E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E16DF-F7C5-402D-9C6E-D6BC292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ef2c05ef34b03">
            <a:extLst>
              <a:ext uri="{96DAC541-7B7A-43D3-8B79-37D633B846F1}">
                <asvg:svgBlip xmlns:asvg="http://schemas.microsoft.com/office/drawing/2016/SVG/main" r:embed="R4b958487179f4f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783C6F-B900-41DE-9D30-51855158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1A78A4-A5D7-4F18-A87B-FFB4A5AD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cff891efc4da2">
            <a:extLst>
              <a:ext uri="{96DAC541-7B7A-43D3-8B79-37D633B846F1}">
                <asvg:svgBlip xmlns:asvg="http://schemas.microsoft.com/office/drawing/2016/SVG/main" r:embed="Ra90056318c194c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5B8A34-DBC3-478F-9763-A8DA7625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A6FD40-D389-4B00-BAA1-F14CAC52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action_type / data_classes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C8731B-9718-4B41-A8CC-99C14C84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19C817-F535-4C2A-AFB8-CCBECE44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d3ae62c324a22">
            <a:extLst>
              <a:ext uri="{96DAC541-7B7A-43D3-8B79-37D633B846F1}">
                <asvg:svgBlip xmlns:asvg="http://schemas.microsoft.com/office/drawing/2016/SVG/main" r:embed="Rd3c1a9494e114b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BCCD3F-8D54-430E-9C84-E8EF0E1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536850-1E8C-41A0-A1FD-1E4D3744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target_scope / state_change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F5C9BB-1979-4174-B189-94CAB606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53F1A6-6422-4047-894F-09DD3A75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166d07d1a4524">
            <a:extLst>
              <a:ext uri="{96DAC541-7B7A-43D3-8B79-37D633B846F1}">
                <asvg:svgBlip xmlns:asvg="http://schemas.microsoft.com/office/drawing/2016/SVG/main" r:embed="R83cd99bb954a4f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37EB91-8FDE-4CCC-844E-0241E238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BF27A6-8A0F-4CFB-85E8-7CA2C3F2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risk_floor / reason_code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DA9221-14D7-4B2A-AEFE-31786532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93B18C-655A-4719-9469-22EE5A56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6c1aaa2fc454e">
            <a:extLst>
              <a:ext uri="{96DAC541-7B7A-43D3-8B79-37D633B846F1}">
                <asvg:svgBlip xmlns:asvg="http://schemas.microsoft.com/office/drawing/2016/SVG/main" r:embed="Rbb2a98ebfacc44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DC9FA1-1CC5-4623-A267-6DF01695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BA962B-9BCE-4331-A3CB-9E2F4CD8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can_override 标记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2EBC8E-8736-4CB0-9F83-96D80D6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F04F54-3718-48E7-965C-8C89A4A9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08c8ef2cf430f">
            <a:extLst>
              <a:ext uri="{96DAC541-7B7A-43D3-8B79-37D633B846F1}">
                <asvg:svgBlip xmlns:asvg="http://schemas.microsoft.com/office/drawing/2016/SVG/main" r:embed="R11ca9aad78584d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E9F974-FDC8-47EF-9EFD-B3D0D86E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实现要求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27F845-B9CB-45B8-AD3C-60318B7A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3da3e78414395">
            <a:extLst>
              <a:ext uri="{96DAC541-7B7A-43D3-8B79-37D633B846F1}">
                <asvg:svgBlip xmlns:asvg="http://schemas.microsoft.com/office/drawing/2016/SVG/main" r:embed="R1dd56146047842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93294E-DD08-4C01-945C-F268DE1E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配置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D3FABC-0FD1-432A-B1D9-DEBF805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policy_rules.json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720019-3242-4B05-B1C6-566742AF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AB0C53-0A50-4E10-BAA2-88B3862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821736b98441f">
            <a:extLst>
              <a:ext uri="{96DAC541-7B7A-43D3-8B79-37D633B846F1}">
                <asvg:svgBlip xmlns:asvg="http://schemas.microsoft.com/office/drawing/2016/SVG/main" r:embed="R459627a7713245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4D3447-5A5C-45C8-8954-4A1D0497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8C284B-7893-4232-B521-DA750BAF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每条规则单元测试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5D52F1-B1B7-467F-9959-D7BE70CB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65183A-5B77-44A0-BE74-E8580D8E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dbc5d31d648a4">
            <a:extLst>
              <a:ext uri="{96DAC541-7B7A-43D3-8B79-37D633B846F1}">
                <asvg:svgBlip xmlns:asvg="http://schemas.microsoft.com/office/drawing/2016/SVG/main" r:embed="R2561307db4714a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21D3E9-E2BC-40E2-92C8-FF2DB18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展示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9350CD-AD21-49AD-A6F5-942CDED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rule_id 可进入面板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263A02-2E2F-4E27-892C-D08BEB7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2F6ACC-64C1-403B-A59C-AB6FCDD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62714605642ba">
            <a:extLst>
              <a:ext uri="{96DAC541-7B7A-43D3-8B79-37D633B846F1}">
                <asvg:svgBlip xmlns:asvg="http://schemas.microsoft.com/office/drawing/2016/SVG/main" r:embed="R3e40714278f5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1B7B85-36DE-4A9C-B881-E42ED5B2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8AEC81-B1C0-4018-982F-617E9C65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高风险先兜住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B5E2F7-BF0B-4392-B505-2FFB7C1E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2856d06c349c5">
            <a:extLst>
              <a:ext uri="{96DAC541-7B7A-43D3-8B79-37D633B846F1}">
                <asvg:svgBlip xmlns:asvg="http://schemas.microsoft.com/office/drawing/2016/SVG/main" r:embed="Rdbe45a22129743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876F9D-4871-489E-A6E8-5EB533A0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6C7E60-272E-48DF-B222-AE0382E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读取规则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8F9EC2-5055-466B-A75D-DF0C5C64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policy_rules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C00B93C-7BEB-4EA8-8404-E547A1F3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bfe7b5f804306">
            <a:extLst>
              <a:ext uri="{96DAC541-7B7A-43D3-8B79-37D633B846F1}">
                <asvg:svgBlip xmlns:asvg="http://schemas.microsoft.com/office/drawing/2016/SVG/main" r:embed="R166d1d1ff8344b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04FA78-7B54-4753-869E-5233E8EB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46AC16C-A910-47DB-BA06-9051454C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条件匹配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C75B04-F2AF-449F-9474-335C4906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RuleHits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938CBA-8A22-457F-A411-2C460B79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28571556149f9">
            <a:extLst>
              <a:ext uri="{96DAC541-7B7A-43D3-8B79-37D633B846F1}">
                <asvg:svgBlip xmlns:asvg="http://schemas.microsoft.com/office/drawing/2016/SVG/main" r:embed="R86a8d197451b4f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EC1847-EF92-4C0B-85FE-600C1266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6B93F9-C501-4889-9404-337593B4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取下限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3C6C310-616B-4158-AB2B-D2184675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risk_floor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BC03526-0616-4681-8B2B-59D5FDB3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11b14e9a14b6c">
            <a:extLst>
              <a:ext uri="{96DAC541-7B7A-43D3-8B79-37D633B846F1}">
                <asvg:svgBlip xmlns:asvg="http://schemas.microsoft.com/office/drawing/2016/SVG/main" r:embed="R63032965ab7341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B9AA644-5A7D-4AAD-9BE9-EA9A522C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D42BB29-2823-493A-9385-4F4E577C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输出命中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A3F4D4-2991-4FE3-B703-CE3402C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reason_code</a:t>
            </a:r>
          </a:p>
        </p:txBody>
      </p:sp>
    </p:spTree>
    <p:extLst>
      <p:ext uri="{BB962C8B-B14F-4D97-AF65-F5344CB8AC3E}">
        <p14:creationId xmlns:p14="http://schemas.microsoft.com/office/powerpoint/2010/main" val="9737440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0B8A5-CE9F-447B-A273-E7C8B77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feb1a72d54c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025BF-01A5-4214-99FC-883008D3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Decision Fusion：取更保守结果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536803a144f25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AC4FB-6404-468A-92A1-CC1ACE94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74E9F-36A8-472A-B2A6-6F41B32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最终风险取动作、数据、范围、状态变化、可撤销性、权限、企业策略、模型建议中的最高等级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FA9E8-1791-414F-AAB1-6E335118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1D266-B177-48BA-BCBD-9735D17E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f881ae5ff4386">
            <a:extLst>
              <a:ext uri="{96DAC541-7B7A-43D3-8B79-37D633B846F1}">
                <asvg:svgBlip xmlns:asvg="http://schemas.microsoft.com/office/drawing/2016/SVG/main" r:embed="Rfea9d8038b1947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6BADC-BD14-419A-93EE-3255D73D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B6024-7964-45B3-839A-82368153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e2872aee14e71">
            <a:extLst>
              <a:ext uri="{96DAC541-7B7A-43D3-8B79-37D633B846F1}">
                <asvg:svgBlip xmlns:asvg="http://schemas.microsoft.com/office/drawing/2016/SVG/main" r:embed="R202cba003fd943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CC8AF-F9B2-4D64-B3D9-E8ABC9F3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动作下限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E8D6F-9FF3-454D-BCD5-8621C098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action_type_floor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EC9A0-4BA2-4D0C-B397-46398C48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EB81B-8BD9-4D69-A841-E915A37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55a709d544608">
            <a:extLst>
              <a:ext uri="{96DAC541-7B7A-43D3-8B79-37D633B846F1}">
                <asvg:svgBlip xmlns:asvg="http://schemas.microsoft.com/office/drawing/2016/SVG/main" r:embed="Radc1781d63774e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B77C6-4886-42A1-82E3-7E9957F6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数据下限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E1ACF-B68B-4056-B7CE-10887E2D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data_sensitivity_floor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6FAC3-3502-4BF3-9EF2-45B3EE10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54863-C1DF-4BF7-AB4A-47BC847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2bc44790e4641">
            <a:extLst>
              <a:ext uri="{96DAC541-7B7A-43D3-8B79-37D633B846F1}">
                <asvg:svgBlip xmlns:asvg="http://schemas.microsoft.com/office/drawing/2016/SVG/main" r:embed="Rc7cd4c274bfa4a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3613D-13A2-47BA-ACEF-F388DB16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权限/策略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05B16-8B3E-453D-A463-F2B411D4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permission /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DE5E4-B3D3-436C-B9D3-47833358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AD027-B515-44A9-ABF4-67CE0940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83f3721874792">
            <a:extLst>
              <a:ext uri="{96DAC541-7B7A-43D3-8B79-37D633B846F1}">
                <asvg:svgBlip xmlns:asvg="http://schemas.microsoft.com/office/drawing/2016/SVG/main" r:embed="Rdc83d140b78849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B1743-8B37-4EE1-8980-F7BBB95A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44E84-ECDC-4079-BCA1-F9EDD82C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risk_level_suggestion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3A777-8418-40E9-BCF3-73EBE49B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800C7E-E02F-49AC-87F8-18459B8D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d250fedaf4115">
            <a:extLst>
              <a:ext uri="{96DAC541-7B7A-43D3-8B79-37D633B846F1}">
                <asvg:svgBlip xmlns:asvg="http://schemas.microsoft.com/office/drawing/2016/SVG/main" r:embed="Rd35003dcd3ea45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4F30C-5CCD-4A01-8DB7-2AD55FC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决策逻辑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E48D38-B555-44B0-B23B-5E2150E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d17b281324641">
            <a:extLst>
              <a:ext uri="{96DAC541-7B7A-43D3-8B79-37D633B846F1}">
                <asvg:svgBlip xmlns:asvg="http://schemas.microsoft.com/office/drawing/2016/SVG/main" r:embed="R6729790cb02a4b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E1B1C-5D69-4025-AF09-9AF5A471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23AB91-D6DA-4736-8CEF-6FE128CC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max(L0-L5)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F1BD8D-948B-4DB4-8AAB-D0F2E828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59C7A9-6B4C-48E4-959A-E97A716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36ba12b3b4193">
            <a:extLst>
              <a:ext uri="{96DAC541-7B7A-43D3-8B79-37D633B846F1}">
                <asvg:svgBlip xmlns:asvg="http://schemas.microsoft.com/office/drawing/2016/SVG/main" r:embed="Ra05b54f2265245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A17E3-11A5-4C7B-80E1-AEC84882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A496F7-008F-4E9A-AC12-6F308C6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policy_forbidden → L5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0B5BB9-9257-4979-8263-CB946177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D349C3-F697-42CA-B644-A761B32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f13eb507245ef">
            <a:extLst>
              <a:ext uri="{96DAC541-7B7A-43D3-8B79-37D633B846F1}">
                <asvg:svgBlip xmlns:asvg="http://schemas.microsoft.com/office/drawing/2016/SVG/main" r:embed="R2048d7a09f324a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196834-051B-4A26-9C91-9F71EBFA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移动端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9F12BB-04C8-4BBB-943B-5648AA9C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L3/L4 强化确认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E90BD8-A1CD-4296-BC17-352B2D2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9A70E7-2870-4802-9708-C536FFF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71a1e0b05491b">
            <a:extLst>
              <a:ext uri="{96DAC541-7B7A-43D3-8B79-37D633B846F1}">
                <asvg:svgBlip xmlns:asvg="http://schemas.microsoft.com/office/drawing/2016/SVG/main" r:embed="R06369f58fd1843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D89931-76E1-49FE-8307-881E5787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E25775-7F6B-4433-97F3-B4F0BEBE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L3-L5 requires_audit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154E1A-EBC2-4C35-8D1E-F3DBFFC0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43C961-6321-4BDD-B1F6-895C1E28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8ca2033c24a59">
            <a:extLst>
              <a:ext uri="{96DAC541-7B7A-43D3-8B79-37D633B846F1}">
                <asvg:svgBlip xmlns:asvg="http://schemas.microsoft.com/office/drawing/2016/SVG/main" r:embed="R18e665c2e7ef45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D9E450-1F13-465F-9274-2A17DC4C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输出协议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A9E1C9-F7F6-4EF8-A3FC-0755BF3C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3991c905d4dcc">
            <a:extLst>
              <a:ext uri="{96DAC541-7B7A-43D3-8B79-37D633B846F1}">
                <asvg:svgBlip xmlns:asvg="http://schemas.microsoft.com/office/drawing/2016/SVG/main" r:embed="R8151107e590a44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96E9F8-1ADE-40E2-8610-C4107652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8724E3-E1BF-49C7-BF36-51396ACF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RiskDecision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BD2D96-B63F-49DA-A13C-AB7DF935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FD6284-BCAF-4DBD-820F-C2242302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cafb5f48447c">
            <a:extLst>
              <a:ext uri="{96DAC541-7B7A-43D3-8B79-37D633B846F1}">
                <asvg:svgBlip xmlns:asvg="http://schemas.microsoft.com/office/drawing/2016/SVG/main" r:embed="R365aacae82d049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3980C4-685B-4DF6-B601-19A2E742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C63102-543D-4214-8B16-AF9A912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final_risk_level / required_gate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A06350-E461-45EF-9D44-1ED19976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14577C-E150-4CE6-8B39-72E48A6D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17f725ee44f5f">
            <a:extLst>
              <a:ext uri="{96DAC541-7B7A-43D3-8B79-37D633B846F1}">
                <asvg:svgBlip xmlns:asvg="http://schemas.microsoft.com/office/drawing/2016/SVG/main" r:embed="Rde0cdb9fe69640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4A88B7-6C90-4617-9163-DD1054A5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控制权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395BB0-722C-4D89-80BF-EF3EA560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autonomy_level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98F200-4732-42A0-90CE-3FA64DB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55B0B0-9817-4842-95CD-74CFC1F9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b362e496f4c3d">
            <a:extLst>
              <a:ext uri="{96DAC541-7B7A-43D3-8B79-37D633B846F1}">
                <asvg:svgBlip xmlns:asvg="http://schemas.microsoft.com/office/drawing/2016/SVG/main" r:embed="R417ab8a6185e47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5261E4-A6DA-4A3E-B0C6-C89B3B0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D5FF24-421C-4E59-B48A-1CE5E313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宁可保守，不越界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EABD3F-23E3-4ABA-AAF4-BD971A8D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3237b2b3455f">
            <a:extLst>
              <a:ext uri="{96DAC541-7B7A-43D3-8B79-37D633B846F1}">
                <asvg:svgBlip xmlns:asvg="http://schemas.microsoft.com/office/drawing/2016/SVG/main" r:embed="R5d403824c94543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9989FB-8DBE-4A81-A9F7-0A2FAD20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724159F-62F0-42CA-9B46-7C41BEF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收集 floors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F9E74B-098C-4B8E-9288-FB39060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多来源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5C5E18C-1ED6-40EA-BA5A-DDB69A04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56e363fd64c64">
            <a:extLst>
              <a:ext uri="{96DAC541-7B7A-43D3-8B79-37D633B846F1}">
                <asvg:svgBlip xmlns:asvg="http://schemas.microsoft.com/office/drawing/2016/SVG/main" r:embed="R5fdd2017404e4a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51F8F4-779F-45A3-A775-4B50293A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454E1A-38F8-45FD-9065-D04E261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保守合并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7C935D5-1370-4E84-BC79-BE0E6D3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max level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13BEFA-9ACE-40C4-84F1-F23D1BF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38624ffc64373">
            <a:extLst>
              <a:ext uri="{96DAC541-7B7A-43D3-8B79-37D633B846F1}">
                <asvg:svgBlip xmlns:asvg="http://schemas.microsoft.com/office/drawing/2016/SVG/main" r:embed="R64ea89ec2ae249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2EF539C-4AAA-4EDB-9C7C-C67808D0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C8F6D25-4E3D-4AAD-AE75-0BFD03C4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选择 Gate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42ADEDA-CD70-4C70-BE19-9928FAC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map_level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0A08CF-8086-4ADE-8412-AB86D1A9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ff609787447ff">
            <a:extLst>
              <a:ext uri="{96DAC541-7B7A-43D3-8B79-37D633B846F1}">
                <asvg:svgBlip xmlns:asvg="http://schemas.microsoft.com/office/drawing/2016/SVG/main" r:embed="R89d21d8f27084a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8F4DD31-9320-46B1-8D3D-084DD073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835721F-0735-47CA-8D62-AF51E21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生成决策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BAF87C-223C-4ECD-993D-386D5232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RiskDecision</a:t>
            </a:r>
          </a:p>
        </p:txBody>
      </p:sp>
    </p:spTree>
    <p:extLst>
      <p:ext uri="{BB962C8B-B14F-4D97-AF65-F5344CB8AC3E}">
        <p14:creationId xmlns:p14="http://schemas.microsoft.com/office/powerpoint/2010/main" val="19052847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918A46-9465-458F-9F56-FE4B311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125205e9543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CAB06-C317-4620-B0B4-990FC51D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Human Gate：风险变控制权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2c127eb914d00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C8DEA-9134-4BFC-8C90-2E7023A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B0F39-97F5-40B3-86F3-63BB4761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人机共驾不是自动/手动二选一，而是 L0-L5 对应不同 Gate：后台、撤销、草稿、确认、强确认、拒绝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823F8-CA7E-40D4-8526-8F0099DA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D5AEC-5AC8-438A-A917-F8C81494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7bf95f9624b67">
            <a:extLst>
              <a:ext uri="{96DAC541-7B7A-43D3-8B79-37D633B846F1}">
                <asvg:svgBlip xmlns:asvg="http://schemas.microsoft.com/office/drawing/2016/SVG/main" r:embed="Rb7d0311c317a44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150E8-E95C-4C0D-9A89-CFD19BB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8821F-4D0A-406F-8D81-E9E4A876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9bd5c73ca4a74">
            <a:extLst>
              <a:ext uri="{96DAC541-7B7A-43D3-8B79-37D633B846F1}">
                <asvg:svgBlip xmlns:asvg="http://schemas.microsoft.com/office/drawing/2016/SVG/main" r:embed="Rd4f576fbb63245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816A7-CCAB-4453-896A-B62EF4EE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5CB16-B4B0-43C8-A5C4-0415ED7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后台日志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CC5FB-8497-4222-84CB-55F0FBE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0F4D3-9A31-4601-A80F-903A039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1b629f1a543dd">
            <a:extLst>
              <a:ext uri="{96DAC541-7B7A-43D3-8B79-37D633B846F1}">
                <asvg:svgBlip xmlns:asvg="http://schemas.microsoft.com/office/drawing/2016/SVG/main" r:embed="R555b2340dc9f44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0272B-19E8-41CD-B22A-BC5478D9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2E897-7B64-4923-90C9-29431676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自动 + 撤销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A2BD7-620E-41CD-AB0B-70632667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ACC2A-8A1F-45F3-A2C2-6FF323F7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d306a68594c88">
            <a:extLst>
              <a:ext uri="{96DAC541-7B7A-43D3-8B79-37D633B846F1}">
                <asvg:svgBlip xmlns:asvg="http://schemas.microsoft.com/office/drawing/2016/SVG/main" r:embed="Rc74525fdf5f04b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61BE7-9BC8-46FB-B682-38808057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76D20-7157-497C-B31B-E4686AF2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草稿卡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29C3C-9890-4F66-82FF-EC43ADEF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024DA-6252-4194-BB38-DEA71C60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9ceed76be4ba5">
            <a:extLst>
              <a:ext uri="{96DAC541-7B7A-43D3-8B79-37D633B846F1}">
                <asvg:svgBlip xmlns:asvg="http://schemas.microsoft.com/office/drawing/2016/SVG/main" r:embed="R9233a2694dd743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DF2D3-ED59-402F-BB6B-4234D3A9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49038-E3C7-4F12-A6F8-D8E7DFDB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确认卡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7A5BE-A20D-4A8C-AF9F-170BE33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FDD79-3D54-4358-AA1D-AF017523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f29139b374f34">
            <a:extLst>
              <a:ext uri="{96DAC541-7B7A-43D3-8B79-37D633B846F1}">
                <asvg:svgBlip xmlns:asvg="http://schemas.microsoft.com/office/drawing/2016/SVG/main" r:embed="R48c2fb0f444146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0DF2A-DCC9-45BE-86D7-671A111B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高风险接管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2C91FF-E05A-43FC-B941-ADBE321C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da1033df04b11">
            <a:extLst>
              <a:ext uri="{96DAC541-7B7A-43D3-8B79-37D633B846F1}">
                <asvg:svgBlip xmlns:asvg="http://schemas.microsoft.com/office/drawing/2016/SVG/main" r:embed="Rd7632de7366147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815A92-398A-4BBB-A4CF-97655E4A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8527DD-FEE2-46E9-B903-D2029DF0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 Lens 强确认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8658C9-7CF5-4B76-9A10-572EBE4D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4E5B1A-2144-4BA4-9DC0-96C66F0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795bd06eb498a">
            <a:extLst>
              <a:ext uri="{96DAC541-7B7A-43D3-8B79-37D633B846F1}">
                <asvg:svgBlip xmlns:asvg="http://schemas.microsoft.com/office/drawing/2016/SVG/main" r:embed="R50f4050c8dba44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974088-22F4-45C9-9449-A33E08C5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L5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1B2D9B-4558-4DE2-AAF3-E2740C2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拒绝卡 + 转人工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17B98C-9809-4093-977B-37B798F1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04CC34-0F27-4FD6-9EB1-4796234B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34783ab3a49c4">
            <a:extLst>
              <a:ext uri="{96DAC541-7B7A-43D3-8B79-37D633B846F1}">
                <asvg:svgBlip xmlns:asvg="http://schemas.microsoft.com/office/drawing/2016/SVG/main" r:embed="R7dbacd4c09f248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960952-9CD6-4251-A45E-EDDF9E5C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D8ED6F-8338-45A5-AB2F-A37BC3DE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waiting / confirmed / cancelled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D76D37-7CC2-4C84-8E24-30C5B99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844F63-23EA-4388-959D-CBBA41F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9a13021304d99">
            <a:extLst>
              <a:ext uri="{96DAC541-7B7A-43D3-8B79-37D633B846F1}">
                <asvg:svgBlip xmlns:asvg="http://schemas.microsoft.com/office/drawing/2016/SVG/main" r:embed="R26ee643bea1a43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C9926E-B792-4F56-9BF4-BEB695C0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原则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E4E3D7-7E11-42D2-BF2A-EBA4210C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工具执行前必须过 Gate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A8B0DB-3211-4730-A686-76AD95AF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2EC9F9-8CE3-4DFB-9C84-ECD8EF4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a44957a2c413a">
            <a:extLst>
              <a:ext uri="{96DAC541-7B7A-43D3-8B79-37D633B846F1}">
                <asvg:svgBlip xmlns:asvg="http://schemas.microsoft.com/office/drawing/2016/SVG/main" r:embed="R9a612b5dc6bc40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8CA362-CF7E-4328-94B0-800C6A6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用户可见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323457-A3AA-47E2-A520-909A4502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4c381f2cb4fca">
            <a:extLst>
              <a:ext uri="{96DAC541-7B7A-43D3-8B79-37D633B846F1}">
                <asvg:svgBlip xmlns:asvg="http://schemas.microsoft.com/office/drawing/2016/SVG/main" r:embed="Ra853878a1d7141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95951D-6869-4524-906E-B4014A0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002BBF-A3F2-45F4-B8E1-9259B40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confirm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09349CA-F964-4F8A-9D5F-638076BB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5F7975-E257-42B0-B133-C4823751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5d611e6ec4a0e">
            <a:extLst>
              <a:ext uri="{96DAC541-7B7A-43D3-8B79-37D633B846F1}">
                <asvg:svgBlip xmlns:asvg="http://schemas.microsoft.com/office/drawing/2016/SVG/main" r:embed="R5b67c300b98841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C93FA2-BC3E-49FD-BA7A-A0C160B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38B271-F11D-422E-8FE5-C0C8FE99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modify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99523D-94B8-4FEB-BE48-9A5411BD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2E9DB7-617C-4146-995D-57B278B3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8b1d7706d437b">
            <a:extLst>
              <a:ext uri="{96DAC541-7B7A-43D3-8B79-37D633B846F1}">
                <asvg:svgBlip xmlns:asvg="http://schemas.microsoft.com/office/drawing/2016/SVG/main" r:embed="R65655ebf961741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3C4C9D-CA48-494B-8267-FE8CF5B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取消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E6B250-01FD-4D02-9F78-1066760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cancel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1D5EF3-A8AE-413D-84E5-B7C8C00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98AB04-6E92-410C-8781-81EF9C8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4e877efd948b7">
            <a:extLst>
              <a:ext uri="{96DAC541-7B7A-43D3-8B79-37D633B846F1}">
                <asvg:svgBlip xmlns:asvg="http://schemas.microsoft.com/office/drawing/2016/SVG/main" r:embed="Rcca0fc307c1b4a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D35A44-B0B5-465F-BB1A-C4C282B0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B3E245-3297-41F1-A6D0-3F188291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关键节点让用户接管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8ABE37-7CF3-4313-A93E-69025F9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cd6d7a4194e3b">
            <a:extLst>
              <a:ext uri="{96DAC541-7B7A-43D3-8B79-37D633B846F1}">
                <asvg:svgBlip xmlns:asvg="http://schemas.microsoft.com/office/drawing/2016/SVG/main" r:embed="R8ab4d0e53d9e4c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2240D2-184F-421F-8BA7-6090FCF5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06491E-16B6-4302-A7C9-B5D2F025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读取风险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20D0D0-15F3-4AC4-BFE3-CE7AA00F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RiskDecision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6EECFCD-6DAC-4293-BF63-66D48C7E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3273b839e48fb">
            <a:extLst>
              <a:ext uri="{96DAC541-7B7A-43D3-8B79-37D633B846F1}">
                <asvg:svgBlip xmlns:asvg="http://schemas.microsoft.com/office/drawing/2016/SVG/main" r:embed="R5e7990bedcb940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5B49A1A-CFF5-445A-922F-47B03A3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AE3EF94-2AE6-4FA8-A185-2027678F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分配控制权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5D80D8-45DA-4AB6-8D96-23201352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AL0-AL5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8657F5-37A8-4064-8671-195E479F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17d617ab8437b">
            <a:extLst>
              <a:ext uri="{96DAC541-7B7A-43D3-8B79-37D633B846F1}">
                <asvg:svgBlip xmlns:asvg="http://schemas.microsoft.com/office/drawing/2016/SVG/main" r:embed="Raac8883725fe4d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8555E02-191F-4189-A619-3C299850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1284504-5485-4A13-BA3F-1CAF310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等待用户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33ABA7-FBB7-4418-8C50-BD259081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GateState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B5ABEEB-68DA-4ED9-B3B4-C35E4A03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011733be5469c">
            <a:extLst>
              <a:ext uri="{96DAC541-7B7A-43D3-8B79-37D633B846F1}">
                <asvg:svgBlip xmlns:asvg="http://schemas.microsoft.com/office/drawing/2016/SVG/main" r:embed="R4effd974e23346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864A1C4-A996-45C2-B624-DA5B0E8D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1A6CF8-DA23-4837-B787-83E6995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返回界面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9F856A-9561-458E-9082-57AB2207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PanelSpec</a:t>
            </a:r>
          </a:p>
        </p:txBody>
      </p:sp>
    </p:spTree>
    <p:extLst>
      <p:ext uri="{BB962C8B-B14F-4D97-AF65-F5344CB8AC3E}">
        <p14:creationId xmlns:p14="http://schemas.microsoft.com/office/powerpoint/2010/main" val="12968222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FDEBF-AFCF-40C8-8F7C-1F3D1CD2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cd5acda6a4e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EBAE0-4EE4-4612-AC07-D6428006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PanelSpec：风险决策进入界面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229cc14264fe0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E2FBA-7CEF-4F9E-ADD9-5FC1D13D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166C6-95D5-4F88-9B1C-EF6D4BC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模型不直接生成 UI；PanelSpec 把动作、对象、数据、状态变化、策略命中和按钮变成可渲染协议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86CDE-32AD-4220-A4B1-E798757F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63E02-9907-4AA8-A762-234D7AA9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fdc0e05794afd">
            <a:extLst>
              <a:ext uri="{96DAC541-7B7A-43D3-8B79-37D633B846F1}">
                <asvg:svgBlip xmlns:asvg="http://schemas.microsoft.com/office/drawing/2016/SVG/main" r:embed="R97bc6402d20a42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26F3B-9E7A-42CF-9FFD-559D817F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界面类型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15B46-494F-4570-9837-AC65AA7A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544681a4648fd">
            <a:extLst>
              <a:ext uri="{96DAC541-7B7A-43D3-8B79-37D633B846F1}">
                <asvg:svgBlip xmlns:asvg="http://schemas.microsoft.com/office/drawing/2016/SVG/main" r:embed="Reb4f6f1800464a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BB9F0-7726-4B1B-90DC-98B2780F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低风险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023DA-7FF6-46DE-B36F-1BF4DEA6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Toast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3198E-E996-4F19-80AA-A5EFF7B1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B4DDE-24FA-4318-BB8B-9E1BF754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25ed0f93a4826">
            <a:extLst>
              <a:ext uri="{96DAC541-7B7A-43D3-8B79-37D633B846F1}">
                <asvg:svgBlip xmlns:asvg="http://schemas.microsoft.com/office/drawing/2016/SVG/main" r:embed="R78d46fc991ce42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969BA-C2AD-4B5D-A547-032E8793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内容生成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015FC-7331-4B80-8199-06D00E21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草稿卡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6616C-5F29-4109-819C-32F6FE53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DD3E0-C163-4F7E-822F-998F5D7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1b566cb5d4f83">
            <a:extLst>
              <a:ext uri="{96DAC541-7B7A-43D3-8B79-37D633B846F1}">
                <asvg:svgBlip xmlns:asvg="http://schemas.microsoft.com/office/drawing/2016/SVG/main" r:embed="R56f4bb159c2549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931BE-3CA0-4DA1-8C6C-656092E4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内部写入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8F22C-5C62-4F6F-A7E5-26B9DA4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确认卡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43658-351A-4432-BF85-27BAA17A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273D1-0B7F-45CF-9B62-988EB71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eac7e992d480e">
            <a:extLst>
              <a:ext uri="{96DAC541-7B7A-43D3-8B79-37D633B846F1}">
                <asvg:svgBlip xmlns:asvg="http://schemas.microsoft.com/office/drawing/2016/SVG/main" r:embed="Rca09277dc11341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0E46E-C353-410F-8468-D468510C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6AE080-C3B6-4A6D-A6DD-4918D94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 Lens / 拒绝卡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B2988-15B3-4B03-9544-39C17730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C8A34-024C-4E6B-9A73-F336EDB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d893da914468e">
            <a:extLst>
              <a:ext uri="{96DAC541-7B7A-43D3-8B79-37D633B846F1}">
                <asvg:svgBlip xmlns:asvg="http://schemas.microsoft.com/office/drawing/2016/SVG/main" r:embed="Rff23a832902542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EF1234-A400-479F-B726-0773566B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Risk Lens 八区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0442D-678C-44D5-A9EB-2F82CE6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4911a2e404e66">
            <a:extLst>
              <a:ext uri="{96DAC541-7B7A-43D3-8B79-37D633B846F1}">
                <asvg:svgBlip xmlns:asvg="http://schemas.microsoft.com/office/drawing/2016/SVG/main" r:embed="R5b0c9a8ccadf48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75D6A1-8280-493F-A100-3C38271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动作/对象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F3AA1A-CB8D-42E6-B47F-91EB8204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准备做什么，影响谁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93F65-76D7-41F6-984D-65EE7AF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316265-F702-4400-90BB-B4976F4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398df8c9b4c77">
            <a:extLst>
              <a:ext uri="{96DAC541-7B7A-43D3-8B79-37D633B846F1}">
                <asvg:svgBlip xmlns:asvg="http://schemas.microsoft.com/office/drawing/2016/SVG/main" r:embed="Rf462e936a8634b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0FFCCC-9EA6-46AF-8311-781011A6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数据/状态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D5227B-7CC4-4F11-9CCF-E5591B1F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涉及什么，会改什么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8EEA76-C6A7-4137-A471-361E6622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95ABF8-9447-4849-81BE-EA6A020A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ec3bf556f469d">
            <a:extLst>
              <a:ext uri="{96DAC541-7B7A-43D3-8B79-37D633B846F1}">
                <asvg:svgBlip xmlns:asvg="http://schemas.microsoft.com/office/drawing/2016/SVG/main" r:embed="R4830818fe3e745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6C5270-B608-4251-B249-398B67C4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证据/策略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2C642F-05F0-4EC0-9240-7D3769B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依据哪里，命中哪条规则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46FBA-A01B-4235-AC65-00FFCD88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5FF2B3-5AB6-4B95-B521-A39F258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a31e788384e59">
            <a:extLst>
              <a:ext uri="{96DAC541-7B7A-43D3-8B79-37D633B846F1}">
                <asvg:svgBlip xmlns:asvg="http://schemas.microsoft.com/office/drawing/2016/SVG/main" r:embed="Rf2a69653dbbe4f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8C5AA7-05CE-401B-AC6E-78167B3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6C3DE1-9C28-4416-990A-CC9536A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确认/修改/取消/转人工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B4F807-F1A1-4A27-816C-742FB7B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DAE6F-3D5D-44D6-BF12-F5543802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ee2680715465e">
            <a:extLst>
              <a:ext uri="{96DAC541-7B7A-43D3-8B79-37D633B846F1}">
                <asvg:svgBlip xmlns:asvg="http://schemas.microsoft.com/office/drawing/2016/SVG/main" r:embed="R2d1a8b7c586043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9D3D98-570B-4602-B727-94481B32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实现方式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08FF63-8257-4E5F-B78D-282D431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4392bc28240ba">
            <a:extLst>
              <a:ext uri="{96DAC541-7B7A-43D3-8B79-37D633B846F1}">
                <asvg:svgBlip xmlns:asvg="http://schemas.microsoft.com/office/drawing/2016/SVG/main" r:embed="R5dd5502bbfd246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B11808-229E-426E-AF35-1FE066FE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B62E4C-B384-453E-ADA2-78F7C829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panel_type + sections + actions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2F1B9C-9DDE-4C8C-BE1E-E9FD99D5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50EE67-B4C9-49C2-8C03-5BFBB12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19b94eb79497b">
            <a:extLst>
              <a:ext uri="{96DAC541-7B7A-43D3-8B79-37D633B846F1}">
                <asvg:svgBlip xmlns:asvg="http://schemas.microsoft.com/office/drawing/2016/SVG/main" r:embed="R38048f7663ee44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AF5033-4795-4DDD-99F2-F791C98E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A796F7-525C-4A45-8583-D455C02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按 panel_type 渲染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A7DBAA-A471-457B-943F-3A271335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4BE68B-E889-4882-8C25-363BC5F6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f9ede8c5c4878">
            <a:extLst>
              <a:ext uri="{96DAC541-7B7A-43D3-8B79-37D633B846F1}">
                <asvg:svgBlip xmlns:asvg="http://schemas.microsoft.com/office/drawing/2016/SVG/main" r:embed="Rcaf4040f903845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24A8AF-7982-410D-B220-3DE3989B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回传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5841C8D-E543-4B0D-983F-243D1846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POST /gate/confirm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883955-07ED-4100-82A7-25B18C5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C12307-87D1-4210-AF90-F2667444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ab5f470b345e1">
            <a:extLst>
              <a:ext uri="{96DAC541-7B7A-43D3-8B79-37D633B846F1}">
                <asvg:svgBlip xmlns:asvg="http://schemas.microsoft.com/office/drawing/2016/SVG/main" r:embed="R0a719ea3a4c743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7348FB-1516-4E99-A351-FD815968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A7BAB0-33AA-4399-863E-577DAD8F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风险必须影响 UI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6FBE22-3EB5-422B-884D-50DED635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30526cea6450f">
            <a:extLst>
              <a:ext uri="{96DAC541-7B7A-43D3-8B79-37D633B846F1}">
                <asvg:svgBlip xmlns:asvg="http://schemas.microsoft.com/office/drawing/2016/SVG/main" r:embed="Rf9bc43c1c33b49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669355-F39C-4C43-9594-8AE9A46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A2DFEF-591F-45E3-8674-EAD0245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DD4301-CBA6-4A99-8E59-B10E80CB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GateState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A7A6B89-8F27-4697-A817-11C408C7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fd22255f74d69">
            <a:extLst>
              <a:ext uri="{96DAC541-7B7A-43D3-8B79-37D633B846F1}">
                <asvg:svgBlip xmlns:asvg="http://schemas.microsoft.com/office/drawing/2016/SVG/main" r:embed="R80a5b9b4c69541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C35D8E-C4A4-47E1-9143-116580C4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584E108-821D-411E-ACA0-0E07BA12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76D431-3BFA-419B-9747-9B55871F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PanelSpec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F59621-3F66-43E7-A6D3-1F0A27ED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eec03cc124294">
            <a:extLst>
              <a:ext uri="{96DAC541-7B7A-43D3-8B79-37D633B846F1}">
                <asvg:svgBlip xmlns:asvg="http://schemas.microsoft.com/office/drawing/2016/SVG/main" r:embed="Rf5fed43c3a6146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637F9ED-467C-4953-9A11-67F72B31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E89A4AA-F64E-4AB7-92D2-52BD6954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前端渲染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11CEA0-535C-4E64-B9CE-BA5223EE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卡片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A6F285-EE73-4B3A-B51E-8A50C3AA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485ddc4304007">
            <a:extLst>
              <a:ext uri="{96DAC541-7B7A-43D3-8B79-37D633B846F1}">
                <asvg:svgBlip xmlns:asvg="http://schemas.microsoft.com/office/drawing/2016/SVG/main" r:embed="R3825c3e5a12147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AABC636-8E7B-44E2-8FC0-6564D2AB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FF69A3-1C41-4C89-A818-92596194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用户回传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37AB36-5937-40BA-BEEC-CE8F849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确认/修改/取消</a:t>
            </a:r>
          </a:p>
        </p:txBody>
      </p:sp>
    </p:spTree>
    <p:extLst>
      <p:ext uri="{BB962C8B-B14F-4D97-AF65-F5344CB8AC3E}">
        <p14:creationId xmlns:p14="http://schemas.microsoft.com/office/powerpoint/2010/main" val="18016646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6A7A3-05E8-470C-9FF2-90E9C13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e6abe89f64a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2BD3E-C843-49EC-B545-5077DF67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Tool Executor：确认后才执行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6512653f44965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9E4B-5155-464F-ADED-C8B65D31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11466-43D1-40E3-9203-0C416A68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执行层只接收已经过 Gate 的动作；高风险场景先做模拟执行和审计，避免 Demo 里真实外发或真实审批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32B2F-A11A-4999-9E24-7A4EA825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98989-707B-45EA-8961-1E43C8FB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417a571b14a37">
            <a:extLst>
              <a:ext uri="{96DAC541-7B7A-43D3-8B79-37D633B846F1}">
                <asvg:svgBlip xmlns:asvg="http://schemas.microsoft.com/office/drawing/2016/SVG/main" r:embed="Reb2c19bf122043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CBBE4-1569-43E8-BFDC-1B38681E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09153-9B67-4EF9-8E41-D738DC3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aa4711d474db2">
            <a:extLst>
              <a:ext uri="{96DAC541-7B7A-43D3-8B79-37D633B846F1}">
                <asvg:svgBlip xmlns:asvg="http://schemas.microsoft.com/office/drawing/2016/SVG/main" r:embed="Re13a0647333d44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A6C3B-7A55-47AE-B9BC-0E141DE3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23D8A-7B7B-4257-B76E-199623B1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Gate confirm + ActionSpec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A8234-6D52-4BC9-AD82-6BD61BA0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0A900-9E78-452A-B4CC-70769EE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0229a8ba749df">
            <a:extLst>
              <a:ext uri="{96DAC541-7B7A-43D3-8B79-37D633B846F1}">
                <asvg:svgBlip xmlns:asvg="http://schemas.microsoft.com/office/drawing/2016/SVG/main" r:embed="R0bec2ada984744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8238D-2F95-4941-82E0-06B1076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6E27D-612D-4921-9EBF-59281C4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gate_action 是否允许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081E4-3A4F-4950-8157-9BEAAD34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CC5CA-7663-4A3D-9F59-CFECF64B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bd9b3eaa24f97">
            <a:extLst>
              <a:ext uri="{96DAC541-7B7A-43D3-8B79-37D633B846F1}">
                <asvg:svgBlip xmlns:asvg="http://schemas.microsoft.com/office/drawing/2016/SVG/main" r:embed="R618fd7f78afd4c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CDE5D-E395-471B-B7B3-C07CD56B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6FCCD-6B18-4132-A294-7DD89E7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真实工具前二次校验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2AC51-DBDC-4E11-829C-D868588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DE096-1F2B-4E52-81CA-9881041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a057adfa1473c">
            <a:extLst>
              <a:ext uri="{96DAC541-7B7A-43D3-8B79-37D633B846F1}">
                <asvg:svgBlip xmlns:asvg="http://schemas.microsoft.com/office/drawing/2016/SVG/main" r:embed="R1f5ead3d463f46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56685E-0ADC-4357-8C09-A470B699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032BA-A54E-402D-9077-022CB859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L3+ 必须有审计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4566E9-78DA-4604-9467-2966A26D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29159-7217-4D04-8EE4-E7FF13D8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956eb2600448b">
            <a:extLst>
              <a:ext uri="{96DAC541-7B7A-43D3-8B79-37D633B846F1}">
                <asvg:svgBlip xmlns:asvg="http://schemas.microsoft.com/office/drawing/2016/SVG/main" r:embed="R8f308e6e82e249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5C6E6C-EF4F-45C7-8CC1-3098C0F7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 做法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020FF-2633-4DC8-80E9-F4A714D5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43e6fe0274b35">
            <a:extLst>
              <a:ext uri="{96DAC541-7B7A-43D3-8B79-37D633B846F1}">
                <asvg:svgBlip xmlns:asvg="http://schemas.microsoft.com/office/drawing/2016/SVG/main" r:embed="Radeaa800e4414a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47B1E-289B-4C48-AB8D-268968E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49CAC8-5609-4A30-AB2C-8046EECC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Simulator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4DC30-89C5-4039-8044-C67B4B6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E5BE11-16CF-4E67-8D6D-D3C4A665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40674470443aa">
            <a:extLst>
              <a:ext uri="{96DAC541-7B7A-43D3-8B79-37D633B846F1}">
                <asvg:svgBlip xmlns:asvg="http://schemas.microsoft.com/office/drawing/2016/SVG/main" r:embed="Rc881b6ca9d0448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5AF663-F633-48D9-9C7B-9E7F15B8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B12AFB-4661-4199-9B08-D2FE2F5D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simulated_success / blocked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5FF683-4733-4C6E-87B2-30079DD5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853C73-D392-4771-AA66-C8F97A73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df6880a044f85">
            <a:extLst>
              <a:ext uri="{96DAC541-7B7A-43D3-8B79-37D633B846F1}">
                <asvg:svgBlip xmlns:asvg="http://schemas.microsoft.com/office/drawing/2016/SVG/main" r:embed="R340ec4bb87f14d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BD7D9D-8290-4DC3-8285-B4EB220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159FFF-6C25-4D5B-9E0B-791EB940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返回 ToolResult 原因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DF3B33-58D5-42C6-BFB7-6D639A45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72CD4-71B1-4B38-A0AC-95FF8792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c243d9e534a80">
            <a:extLst>
              <a:ext uri="{96DAC541-7B7A-43D3-8B79-37D633B846F1}">
                <asvg:svgBlip xmlns:asvg="http://schemas.microsoft.com/office/drawing/2016/SVG/main" r:embed="R7b39b72af18245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40F3D5-A9EC-4FAD-887B-0FE03EE5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4A97F8-F40E-49AA-AB3B-61FBF786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不真实外发/审批/付款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0649E6-692C-4DB7-8C4D-41A7E39F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45A24D-6AF6-4B15-8FEB-2DCF6F5B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6f21fb3b94b78">
            <a:extLst>
              <a:ext uri="{96DAC541-7B7A-43D3-8B79-37D633B846F1}">
                <asvg:svgBlip xmlns:asvg="http://schemas.microsoft.com/office/drawing/2016/SVG/main" r:embed="R67db8ae0800d41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9501CF-ABB9-45A9-8E50-EF99AF11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输出与后续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2DD007-46B4-477D-AF75-79640F3D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dbc5a16524b93">
            <a:extLst>
              <a:ext uri="{96DAC541-7B7A-43D3-8B79-37D633B846F1}">
                <asvg:svgBlip xmlns:asvg="http://schemas.microsoft.com/office/drawing/2016/SVG/main" r:embed="R8ea2f862844f4e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A793A7-7B91-46AB-BB27-6BAD7879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ED0FC5-EA38-456D-BE82-647BE8F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ToolResult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A95B7A-2B60-40B4-9DC9-2E82E27B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9A553B-AD3F-4793-86EB-F28880F7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019e320274a01">
            <a:extLst>
              <a:ext uri="{96DAC541-7B7A-43D3-8B79-37D633B846F1}">
                <asvg:svgBlip xmlns:asvg="http://schemas.microsoft.com/office/drawing/2016/SVG/main" r:embed="R32b3c69e31e042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E0800E-9506-4289-8DA8-ACDC68A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下一跳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024D06-3D9B-4AE9-9961-D0E287AE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PanelSpec 或 AuditEvent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F8F6D6-FC19-404D-853E-A4C49503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499DDD-CFA6-44E3-8A89-F39EA8D7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f13b914b147ee">
            <a:extLst>
              <a:ext uri="{96DAC541-7B7A-43D3-8B79-37D633B846F1}">
                <asvg:svgBlip xmlns:asvg="http://schemas.microsoft.com/office/drawing/2016/SVG/main" r:embed="R0939a2616bb74d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F5810E-39A8-49D9-A9DF-9FB7FD91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EB41AD-612C-4F24-B627-B85EAA67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POST /gate/confirm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11E68E-4D14-40DD-B69F-B2D00E3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69D8315-190B-4036-A996-A149A73A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783266e714fe0">
            <a:extLst>
              <a:ext uri="{96DAC541-7B7A-43D3-8B79-37D633B846F1}">
                <asvg:svgBlip xmlns:asvg="http://schemas.microsoft.com/office/drawing/2016/SVG/main" r:embed="R05e4dfa4eeb14d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9BDC7FA-5AA6-4A27-872D-34E43C69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1812F2-D4F3-4F47-9E43-75A9861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确认之后才执行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A3DEE7-F095-467A-B4BD-1EAFB92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0f9250a364135">
            <a:extLst>
              <a:ext uri="{96DAC541-7B7A-43D3-8B79-37D633B846F1}">
                <asvg:svgBlip xmlns:asvg="http://schemas.microsoft.com/office/drawing/2016/SVG/main" r:embed="R876f0608351740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CCD6FF-B3D1-478C-B4B0-0EC299F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71C462-2D04-4321-A806-B0D5EDEE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收到确认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8C7E54-86E8-4C7B-B039-D43DF594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gate_action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04ABD3-F6D5-499E-AD39-524CD52B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92e19d27e40fc">
            <a:extLst>
              <a:ext uri="{96DAC541-7B7A-43D3-8B79-37D633B846F1}">
                <asvg:svgBlip xmlns:asvg="http://schemas.microsoft.com/office/drawing/2016/SVG/main" r:embed="R745225462a884a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73601B-846B-4D15-A74D-85A9AD81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A4DCC5-B504-4E1C-92B6-E3419405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校验 Gate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81C18B-4B80-499C-8F0B-136FEF30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allowed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6CC59C-C941-4568-B4F9-75A4074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be94212f84ec8">
            <a:extLst>
              <a:ext uri="{96DAC541-7B7A-43D3-8B79-37D633B846F1}">
                <asvg:svgBlip xmlns:asvg="http://schemas.microsoft.com/office/drawing/2016/SVG/main" r:embed="R1042dce01cef4a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9EF2E1-9A93-460A-A606-CFE0183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955BAE8-1C6E-4C5E-8CBB-9DFC951B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执行/模拟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EBB2F8-984B-441E-863B-4D90DEDF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ToolResult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E0F833A-7183-492E-9F77-D7B10972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4395f3e31480f">
            <a:extLst>
              <a:ext uri="{96DAC541-7B7A-43D3-8B79-37D633B846F1}">
                <asvg:svgBlip xmlns:asvg="http://schemas.microsoft.com/office/drawing/2016/SVG/main" r:embed="Rf7308bbb74e445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FE39601-9C94-4C22-9A36-9D952A23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93BE83D-DBF1-4A12-AAD1-F439D001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写入结果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E4DA01-D8E5-4F8C-A760-479182BD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审计/界面</a:t>
            </a:r>
          </a:p>
        </p:txBody>
      </p:sp>
    </p:spTree>
    <p:extLst>
      <p:ext uri="{BB962C8B-B14F-4D97-AF65-F5344CB8AC3E}">
        <p14:creationId xmlns:p14="http://schemas.microsoft.com/office/powerpoint/2010/main" val="4009705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A6CEB-D9EE-407E-9112-553B89BD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1096fd33240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900C7-3EC2-481C-94C6-7323577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Audit Logger：高风险全程留痕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42a69ce6b41d5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42020-5DDC-49CC-8288-112A870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C5A68-910F-4AD1-846C-F088E6F1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审计记录动作、风险、规则命中、用户选择和工具结果；不记录密码、验证码、Token 等明文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02DF9-135B-4A4A-84DF-A7BAFB85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4F3AC-1527-4DB9-A274-8FB52C49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9fc727a094fe9">
            <a:extLst>
              <a:ext uri="{96DAC541-7B7A-43D3-8B79-37D633B846F1}">
                <asvg:svgBlip xmlns:asvg="http://schemas.microsoft.com/office/drawing/2016/SVG/main" r:embed="R058cc2168de842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2840F-DBF2-4917-9F72-F077A03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7D147-9005-4395-86A1-009B7F3A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7bd84503b4d56">
            <a:extLst>
              <a:ext uri="{96DAC541-7B7A-43D3-8B79-37D633B846F1}">
                <asvg:svgBlip xmlns:asvg="http://schemas.microsoft.com/office/drawing/2016/SVG/main" r:embed="R7b9ffedfdd5842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8782E-080A-482F-93D7-3AE1B5B7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38E25-B029-4951-B7F4-C6BC84F7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action_id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BE55D-B3D1-4A23-A9DA-17A1FE37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5A870-49C3-44E9-9B70-C204D662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30f6a50284fe7">
            <a:extLst>
              <a:ext uri="{96DAC541-7B7A-43D3-8B79-37D633B846F1}">
                <asvg:svgBlip xmlns:asvg="http://schemas.microsoft.com/office/drawing/2016/SVG/main" r:embed="R9c40929bfde747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10EC7-92A2-4A76-B447-FBDD9FB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B32F7-7383-486C-B387-0DF581DD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risk_level /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DDD15-96FC-44A8-8E90-4DDC9A5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F1643-0F38-48BF-940B-BA2701F3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822f36ce14434">
            <a:extLst>
              <a:ext uri="{96DAC541-7B7A-43D3-8B79-37D633B846F1}">
                <asvg:svgBlip xmlns:asvg="http://schemas.microsoft.com/office/drawing/2016/SVG/main" r:embed="R3edff50eb7ab4e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4EA44-CFCE-4F34-B8C7-B08591CE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4AE3B-80DC-46A6-B7CB-0DEF98DD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policy_hits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E34E5-7477-485D-BBA2-ED73478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4A24B-B281-4AB6-A4BC-EE42904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98b32a1bd4a41">
            <a:extLst>
              <a:ext uri="{96DAC541-7B7A-43D3-8B79-37D633B846F1}">
                <asvg:svgBlip xmlns:asvg="http://schemas.microsoft.com/office/drawing/2016/SVG/main" r:embed="R1c7a119a34b243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5D495-FD92-4A14-839F-ECACB2C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用户动作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A57B8-5AEB-49EA-8908-2A112EED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confirmed / cancelled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30A22-F5C3-41A2-AE0B-43D10D4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7C3A2-A113-4847-A1BC-5A8F74FD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b343866d94493">
            <a:extLst>
              <a:ext uri="{96DAC541-7B7A-43D3-8B79-37D633B846F1}">
                <asvg:svgBlip xmlns:asvg="http://schemas.microsoft.com/office/drawing/2016/SVG/main" r:embed="Rcc3ac2bc26784a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0F34B-C99C-423E-87D3-C66EB98C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不记录什么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963684-F2EB-4102-887D-212F146F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7676270c44059">
            <a:extLst>
              <a:ext uri="{96DAC541-7B7A-43D3-8B79-37D633B846F1}">
                <asvg:svgBlip xmlns:asvg="http://schemas.microsoft.com/office/drawing/2016/SVG/main" r:embed="Rdc2773fd504e4f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7F2E79-B96A-4BCD-84BB-3A24BBF9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密码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609AF5-860E-41E8-880A-130CAFFC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不进审计明文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ED9BB7-37E4-4B67-859E-AD202602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B7BC89-F1BB-4337-8689-C7BE890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907d3cd234b01">
            <a:extLst>
              <a:ext uri="{96DAC541-7B7A-43D3-8B79-37D633B846F1}">
                <asvg:svgBlip xmlns:asvg="http://schemas.microsoft.com/office/drawing/2016/SVG/main" r:embed="R477bf9609b6c47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AAA5C8-5C32-4F7D-8CD6-8D305BAD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验证码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B9F8B9-2EC3-4F7E-814A-54185AB0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不进日志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E34672-AC61-446D-8E8D-E64760A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6D1323-CAB5-489A-8CED-D0F686AF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b7cef818435a">
            <a:extLst>
              <a:ext uri="{96DAC541-7B7A-43D3-8B79-37D633B846F1}">
                <asvg:svgBlip xmlns:asvg="http://schemas.microsoft.com/office/drawing/2016/SVG/main" r:embed="R6a9fa0351ff942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61FAE1-48CF-4FBB-82EF-D77C65E5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Token/API Key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7E757F-BF2A-4CAB-8D67-04BBB655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不保存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189639-E281-48F2-81B9-22930575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D69C3D-C5CE-4349-9056-026C5EE7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22e302c694673">
            <a:extLst>
              <a:ext uri="{96DAC541-7B7A-43D3-8B79-37D633B846F1}">
                <asvg:svgBlip xmlns:asvg="http://schemas.microsoft.com/office/drawing/2016/SVG/main" r:embed="R16dd8c37ff0544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202407-D364-4661-BA2F-6D204E0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69AD31-CF47-47B9-BCD5-C1183DD2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user_id_hash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0EB107-23F5-4285-8A94-C7BF95F7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941C8E-6A0D-4003-9BE8-A0DFFCF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fb6f8983f4adf">
            <a:extLst>
              <a:ext uri="{96DAC541-7B7A-43D3-8B79-37D633B846F1}">
                <asvg:svgBlip xmlns:asvg="http://schemas.microsoft.com/office/drawing/2016/SVG/main" r:embed="R026fee053e034b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6F0340-D171-472D-8CA5-76521D85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实现与指标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F6EA13-4E3A-47A3-AC6F-31A33F13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8bc337c8048e6">
            <a:extLst>
              <a:ext uri="{96DAC541-7B7A-43D3-8B79-37D633B846F1}">
                <asvg:svgBlip xmlns:asvg="http://schemas.microsoft.com/office/drawing/2016/SVG/main" r:embed="Ra4b4f14080aa4b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90C687-0816-4894-A033-0C44D82F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A15964-4CAC-41BD-943D-F4CCCA20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audit_log.json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8F1A91-26A1-424A-B861-0DCD855C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314EFB-8314-493A-A137-0ED509BE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fd6aa74a04a35">
            <a:extLst>
              <a:ext uri="{96DAC541-7B7A-43D3-8B79-37D633B846F1}">
                <asvg:svgBlip xmlns:asvg="http://schemas.microsoft.com/office/drawing/2016/SVG/main" r:embed="R178c68acb76a48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1966FC-7A6C-45B3-93B0-B752790F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532CA4-AA87-420F-9762-14330517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GET /audit/timeline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3EB4EC-F837-4249-9E87-067C1435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A773BA-542B-4B47-A5B8-19F69E6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43400cea94dfc">
            <a:extLst>
              <a:ext uri="{96DAC541-7B7A-43D3-8B79-37D633B846F1}">
                <asvg:svgBlip xmlns:asvg="http://schemas.microsoft.com/office/drawing/2016/SVG/main" r:embed="R84bed184267446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D15B50-B679-4564-BF5F-29C7EFC6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D78E06-6E57-4351-A491-FB0E3CA8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L3-L5 审计覆盖 100%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D4E078E-3F3F-4EF2-B872-786183C9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807C40-417F-4C7B-8EE6-01F97E44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d08e2acd04463">
            <a:extLst>
              <a:ext uri="{96DAC541-7B7A-43D3-8B79-37D633B846F1}">
                <asvg:svgBlip xmlns:asvg="http://schemas.microsoft.com/office/drawing/2016/SVG/main" r:embed="Rb7637022475643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DA1CBE-3DE3-48DE-9463-C7C3829B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A1B90D-2C77-4EF6-9901-0CA812E1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可追溯但不泄密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00713D-26F6-483A-B974-CAEA039E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1bf245ff44fca">
            <a:extLst>
              <a:ext uri="{96DAC541-7B7A-43D3-8B79-37D633B846F1}">
                <asvg:svgBlip xmlns:asvg="http://schemas.microsoft.com/office/drawing/2016/SVG/main" r:embed="R45c50de8f36844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C0A246-C81F-495F-BD0B-A7112D8A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7A41B2D-CFB2-44CC-BC92-DFA74D3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采集决策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CF0072-132E-44EE-A2CE-C234CB52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RiskDecision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DCFA5F-B8BC-4854-B2B8-B32A481D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6055a7d0f497d">
            <a:extLst>
              <a:ext uri="{96DAC541-7B7A-43D3-8B79-37D633B846F1}">
                <asvg:svgBlip xmlns:asvg="http://schemas.microsoft.com/office/drawing/2016/SVG/main" r:embed="Rbf8f86e3198247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8EC50A-374A-41C3-9EA5-FEC069F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92A589-A192-4F07-BB1C-CA37679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采集用户动作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244D2EC-B734-466D-B5B8-9205ECDD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GateState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0A4543A-EE56-4255-A700-A2F9FAA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615d2db7f4320">
            <a:extLst>
              <a:ext uri="{96DAC541-7B7A-43D3-8B79-37D633B846F1}">
                <asvg:svgBlip xmlns:asvg="http://schemas.microsoft.com/office/drawing/2016/SVG/main" r:embed="R15d4b6d8ad9a46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02B7F9B-AD5A-46E1-8AF1-90A87C7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8C8C6A-7E9C-403F-8CF5-21174E9A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采集工具结果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4F513DA-0D4D-497A-986E-1112FDB6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ToolResult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9D62335-D82E-4152-8820-58FD107D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9d0f991ea4c91">
            <a:extLst>
              <a:ext uri="{96DAC541-7B7A-43D3-8B79-37D633B846F1}">
                <asvg:svgBlip xmlns:asvg="http://schemas.microsoft.com/office/drawing/2016/SVG/main" r:embed="Rca2c0e4e44cf4e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061285A-E43E-43C0-9EF2-163CAB8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DD7F8A8-09CD-4F8A-AE42-53AFFC05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写入时间线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153F63-9C95-451E-9799-47D524B8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AuditEvent</a:t>
            </a:r>
          </a:p>
        </p:txBody>
      </p:sp>
    </p:spTree>
    <p:extLst>
      <p:ext uri="{BB962C8B-B14F-4D97-AF65-F5344CB8AC3E}">
        <p14:creationId xmlns:p14="http://schemas.microsoft.com/office/powerpoint/2010/main" val="8375719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ED886-377F-4A6D-B4E9-E582F67C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170380a904f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5B690-18FE-4D7F-81F0-24EB8FE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Feedback Loop：反馈回流样本库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06439f2fa4cbf"/>
          <a:stretch xmlns:a="http://schemas.openxmlformats.org/drawingml/2006/main"/>
        </p:blipFill>
        <p:spPr>
          <a:xfrm xmlns:a="http://schemas.openxmlformats.org/drawingml/2006/main">
            <a:off x="8858250" y="134556"/>
            <a:ext cx="2571750" cy="6262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4ED6F-C129-4B06-BA19-0460E33A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B253D-48E5-456B-BFE5-B6EEA96D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闭环不是训练大模型，而是把 Demo 中的决策、用户反馈、审计结果转成可复用样本和评测用例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F4BBF-4063-4E57-892E-3719EA27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D5980-92AC-4B61-98B8-0DD427B3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ae7304e4a485a">
            <a:extLst>
              <a:ext uri="{96DAC541-7B7A-43D3-8B79-37D633B846F1}">
                <asvg:svgBlip xmlns:asvg="http://schemas.microsoft.com/office/drawing/2016/SVG/main" r:embed="Rb1e48cbff03443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DA5DF-86EC-4454-AA7F-58B02FB9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回流来源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E0FE0-E5AA-49EE-B548-E1E188F0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90f313961449c">
            <a:extLst>
              <a:ext uri="{96DAC541-7B7A-43D3-8B79-37D633B846F1}">
                <asvg:svgBlip xmlns:asvg="http://schemas.microsoft.com/office/drawing/2016/SVG/main" r:embed="Rd340285438044d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3EE3E-E740-4854-AA23-3B2BCA0C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5AD4E-3739-4447-A22A-250B5745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AuditEvent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7F377-F1B1-4553-A66E-8548605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DDA4B-CC08-4044-B4FF-336AB93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d72b0882442ba">
            <a:extLst>
              <a:ext uri="{96DAC541-7B7A-43D3-8B79-37D633B846F1}">
                <asvg:svgBlip xmlns:asvg="http://schemas.microsoft.com/office/drawing/2016/SVG/main" r:embed="R35ee73993fa743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71BCA-C597-43FD-8D26-2136CABF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4CF0E-691D-469C-9548-638136B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修改/取消原因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EC5A9-22E8-4A2A-9CBC-204280AF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CDCA6-A1FE-4C36-9CE3-66135CF1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094d735364db9">
            <a:extLst>
              <a:ext uri="{96DAC541-7B7A-43D3-8B79-37D633B846F1}">
                <asvg:svgBlip xmlns:asvg="http://schemas.microsoft.com/office/drawing/2016/SVG/main" r:embed="Rb081234e81fa4c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B5F7C-4C6E-4CC9-BF6C-4B538B2E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红队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34671-889E-4E74-9AAD-4F82B71D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越权/注入样例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AD4F4E-06F3-445E-B694-D889F93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340E3-7758-4A42-90DD-C30FCF0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d9fc79b1048fc">
            <a:extLst>
              <a:ext uri="{96DAC541-7B7A-43D3-8B79-37D633B846F1}">
                <asvg:svgBlip xmlns:asvg="http://schemas.microsoft.com/office/drawing/2016/SVG/main" r:embed="Rccc687a624c84d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B7B4F-99B6-4142-8ECE-07508011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回放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5A3BA-7159-45DD-B14C-5A543474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固定 Demo 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82C1E-8C52-44E1-B7AA-7AC9BAF7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734D2-70EE-4B49-A441-75F2945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1f2d3d4c148fc">
            <a:extLst>
              <a:ext uri="{96DAC541-7B7A-43D3-8B79-37D633B846F1}">
                <asvg:svgBlip xmlns:asvg="http://schemas.microsoft.com/office/drawing/2016/SVG/main" r:embed="R6e00facf86ba40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CCC3D7-1FBC-4D43-AAEA-B36BB66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C74AF-8CC6-4FEB-992E-204D9DB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c0511aeb442d1">
            <a:extLst>
              <a:ext uri="{96DAC541-7B7A-43D3-8B79-37D633B846F1}">
                <asvg:svgBlip xmlns:asvg="http://schemas.microsoft.com/office/drawing/2016/SVG/main" r:embed="Raf8d1eba110c47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0B544F-6BB2-427F-AF43-727C9ACC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样例库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0DF15B-3CC3-4E69-AB4F-C5621957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risk_examples.json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491796-3C3E-4CD5-B6C1-CC2B8CD2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F6B0CA-15A1-4277-AF2A-B89E95E9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ada4aa8e44e3a">
            <a:extLst>
              <a:ext uri="{96DAC541-7B7A-43D3-8B79-37D633B846F1}">
                <asvg:svgBlip xmlns:asvg="http://schemas.microsoft.com/office/drawing/2016/SVG/main" r:embed="Rf91fb14788704b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59A8C1-3D7E-432D-86FD-B242D240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评测集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7E7E99-7A64-45BC-8A8F-58379D5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eval_cases.json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579F1C-5E8D-41EC-BDC4-D507D30B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108623-8D70-4B53-906A-723C0F71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32df4a0a940aa">
            <a:extLst>
              <a:ext uri="{96DAC541-7B7A-43D3-8B79-37D633B846F1}">
                <asvg:svgBlip xmlns:asvg="http://schemas.microsoft.com/office/drawing/2016/SVG/main" r:embed="Ra47c8d513ad242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2E30EC-26C8-4911-8E4E-95634CE1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9AAFB2-985A-427F-A3CD-EBA11A3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policy_rules 调整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A0D32F-893A-4710-967A-1539C7C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D524A7-4DDA-41D8-9FF8-5D39102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013864348421e">
            <a:extLst>
              <a:ext uri="{96DAC541-7B7A-43D3-8B79-37D633B846F1}">
                <asvg:svgBlip xmlns:asvg="http://schemas.microsoft.com/office/drawing/2016/SVG/main" r:embed="Rec2a1c88242c40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D80567-4FA6-4F64-98B4-5DEDD942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2D9657-ABA1-46A4-82DD-ADC65F17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漏判/越权/打扰率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D985DA-F564-463A-9E26-D7F20D81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268D4E-2678-4A90-9A6E-38C1E2DC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790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3B82"/>
          </a:solidFill>
          <a:ln xmlns:a="http://schemas.openxmlformats.org/drawingml/2006/main" w="9525">
            <a:solidFill>
              <a:srgbClr val="003B8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5f81d50204f47">
            <a:extLst>
              <a:ext uri="{96DAC541-7B7A-43D3-8B79-37D633B846F1}">
                <asvg:svgBlip xmlns:asvg="http://schemas.microsoft.com/office/drawing/2016/SVG/main" r:embed="R82dfb6fd6fb34a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124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7966B1-B13D-4DAA-BA8B-4480E25A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实施节奏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146CAF-B6E5-4107-87A1-5CABD64F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0213b076740a4">
            <a:extLst>
              <a:ext uri="{96DAC541-7B7A-43D3-8B79-37D633B846F1}">
                <asvg:svgBlip xmlns:asvg="http://schemas.microsoft.com/office/drawing/2016/SVG/main" r:embed="Re1e9c072dea844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771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55C3E7-7C45-4CAE-BE0A-28AF2A15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B69267-CD7F-4D83-8A10-09E01E3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300-500 条样本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D1A764-A823-464F-9556-C8821712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CA39DB-83E1-4ACA-BB69-FADF71D3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4fd63d10843bc">
            <a:extLst>
              <a:ext uri="{96DAC541-7B7A-43D3-8B79-37D633B846F1}">
                <asvg:svgBlip xmlns:asvg="http://schemas.microsoft.com/office/drawing/2016/SVG/main" r:embed="R7cb0675faa1344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305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BA52D5-961D-42AC-A1CA-F935273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051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C3A915-EAD2-4170-A5AA-CF2387CA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L4/L5 漏判率 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254907-1BEA-49E7-8130-41B9E562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4292CF-CF9A-4C0E-95CD-3804046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d59b396bc49a2">
            <a:extLst>
              <a:ext uri="{96DAC541-7B7A-43D3-8B79-37D633B846F1}">
                <asvg:svgBlip xmlns:asvg="http://schemas.microsoft.com/office/drawing/2016/SVG/main" r:embed="R1efadab81fb447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3838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3BB7C3-0CD0-40AA-8A85-CDFEB4D7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79BC39-7833-4E82-8B84-95162BE7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向量检索示例库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5416C5-1286-4049-9C0C-D580B1A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0F44AA-C2CC-4579-9791-0DA26F86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B"/>
          </a:solidFill>
          <a:ln xmlns:a="http://schemas.openxmlformats.org/drawingml/2006/main" w="9525">
            <a:solidFill>
              <a:srgbClr val="E5EFF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a335d2c6c4380">
            <a:extLst>
              <a:ext uri="{96DAC541-7B7A-43D3-8B79-37D633B846F1}">
                <asvg:svgBlip xmlns:asvg="http://schemas.microsoft.com/office/drawing/2016/SVG/main" r:embed="R2214ac47306c4d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371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FA6D2C-F570-48C3-8A6E-18A690E7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719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记忆点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E14896-18CB-4F4D-9B05-F9C3B36D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用回放把系统调稳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331C83-9857-4CDF-BB36-F8DE453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11506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AF1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cf8bce8bf4e24">
            <a:extLst>
              <a:ext uri="{96DAC541-7B7A-43D3-8B79-37D633B846F1}">
                <asvg:svgBlip xmlns:asvg="http://schemas.microsoft.com/office/drawing/2016/SVG/main" r:embed="R596663e0518e4e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39EB75-2B59-4849-80FA-578BE15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D1D81B-FF61-494C-A523-D5D0B5DE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审计回放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23EC22-D280-465B-965F-A98B51FC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timeline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18D672-F27B-49B8-9DA8-ED349C2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0b62ef8dc4056">
            <a:extLst>
              <a:ext uri="{96DAC541-7B7A-43D3-8B79-37D633B846F1}">
                <asvg:svgBlip xmlns:asvg="http://schemas.microsoft.com/office/drawing/2016/SVG/main" r:embed="R5884b5b3485f4e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9C87CFA-CD28-4520-B6DE-8DF763A6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4519AD9-49BD-466C-8A70-56351E3D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标注反馈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7EE823C-D0D2-4C78-B22E-BE1113B3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用户选择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CA21526-7549-4929-B79F-E92C0E30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6326de8484cf0">
            <a:extLst>
              <a:ext uri="{96DAC541-7B7A-43D3-8B79-37D633B846F1}">
                <asvg:svgBlip xmlns:asvg="http://schemas.microsoft.com/office/drawing/2016/SVG/main" r:embed="R959869717bc248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35EF11-AA1C-42AC-AA44-8D1FC562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9F7C97-EDDC-48F2-B905-75DD7585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更新样例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7B1C68B-593D-4624-8CBF-281B0F2F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fixtures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67B099B-AEB2-4F65-B607-579C021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2665da3ad43b4">
            <a:extLst>
              <a:ext uri="{96DAC541-7B7A-43D3-8B79-37D633B846F1}">
                <asvg:svgBlip xmlns:asvg="http://schemas.microsoft.com/office/drawing/2016/SVG/main" r:embed="R977279c7f54f46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5505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3CB77E-D1F6-46D9-AA51-1B05A0D9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40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FC81407-B101-43BF-A680-6446F126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回归测试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3A10E88-E060-4266-979F-36B5881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48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eval cases</a:t>
            </a:r>
          </a:p>
        </p:txBody>
      </p:sp>
    </p:spTree>
    <p:extLst>
      <p:ext uri="{BB962C8B-B14F-4D97-AF65-F5344CB8AC3E}">
        <p14:creationId xmlns:p14="http://schemas.microsoft.com/office/powerpoint/2010/main" val="1602053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2026-06-08T06:48:33.7370000Z</dcterms:created>
  <dcterms:modified xsi:type="dcterms:W3CDTF">2026-06-08T06:48:33.7380000Z</dcterms:modified>
</coreProperties>
</file>